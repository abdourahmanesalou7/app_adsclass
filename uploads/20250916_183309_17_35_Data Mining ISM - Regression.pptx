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8"/>
  </p:notesMasterIdLst>
  <p:sldIdLst>
    <p:sldId id="256" r:id="rId3"/>
    <p:sldId id="263" r:id="rId4"/>
    <p:sldId id="264" r:id="rId5"/>
    <p:sldId id="265" r:id="rId6"/>
    <p:sldId id="271" r:id="rId7"/>
    <p:sldId id="272" r:id="rId8"/>
    <p:sldId id="273" r:id="rId9"/>
    <p:sldId id="274" r:id="rId10"/>
    <p:sldId id="277" r:id="rId11"/>
    <p:sldId id="278" r:id="rId12"/>
    <p:sldId id="280" r:id="rId13"/>
    <p:sldId id="281" r:id="rId14"/>
    <p:sldId id="282" r:id="rId15"/>
    <p:sldId id="283" r:id="rId16"/>
    <p:sldId id="28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15" userDrawn="1">
          <p15:clr>
            <a:srgbClr val="A4A3A4"/>
          </p15:clr>
        </p15:guide>
        <p15:guide id="2" pos="381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hmad Bachir" initials="AB" lastIdx="1" clrIdx="0">
    <p:extLst>
      <p:ext uri="{19B8F6BF-5375-455C-9EA6-DF929625EA0E}">
        <p15:presenceInfo xmlns:p15="http://schemas.microsoft.com/office/powerpoint/2012/main" userId="Ahmad Bachi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2121"/>
    <a:srgbClr val="FF9900"/>
    <a:srgbClr val="1F871F"/>
    <a:srgbClr val="207170"/>
    <a:srgbClr val="C83F12"/>
    <a:srgbClr val="CC3300"/>
    <a:srgbClr val="FF00FF"/>
    <a:srgbClr val="CC00CC"/>
    <a:srgbClr val="00CC99"/>
    <a:srgbClr val="0066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0" d="100"/>
          <a:sy n="80" d="100"/>
        </p:scale>
        <p:origin x="136" y="48"/>
      </p:cViewPr>
      <p:guideLst>
        <p:guide orient="horz" pos="2115"/>
        <p:guide pos="3817"/>
      </p:guideLst>
    </p:cSldViewPr>
  </p:slideViewPr>
  <p:notesTextViewPr>
    <p:cViewPr>
      <p:scale>
        <a:sx n="1" d="1"/>
        <a:sy n="1" d="1"/>
      </p:scale>
      <p:origin x="0" y="0"/>
    </p:cViewPr>
  </p:notesTextViewPr>
  <p:gridSpacing cx="38100" cy="381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44D958-3128-4928-945F-01118472E921}" type="datetimeFigureOut">
              <a:rPr lang="en-US" smtClean="0"/>
              <a:t>3/15/2025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49178B-6430-4318-BDDD-CFF174684BDF}" type="slidenum">
              <a:rPr lang="en-US" smtClean="0"/>
              <a:t>‹N°›</a:t>
            </a:fld>
            <a:endParaRPr lang="en-US"/>
          </a:p>
        </p:txBody>
      </p:sp>
    </p:spTree>
    <p:extLst>
      <p:ext uri="{BB962C8B-B14F-4D97-AF65-F5344CB8AC3E}">
        <p14:creationId xmlns:p14="http://schemas.microsoft.com/office/powerpoint/2010/main" val="15584505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784D5-6B17-414D-ADCD-9AEBD4F96E7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E1BBE91-20C2-470F-8E6A-B63226A3DB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96B31EF-5622-48F4-BA11-361006F9D87C}"/>
              </a:ext>
            </a:extLst>
          </p:cNvPr>
          <p:cNvSpPr>
            <a:spLocks noGrp="1"/>
          </p:cNvSpPr>
          <p:nvPr>
            <p:ph type="dt" sz="half" idx="10"/>
          </p:nvPr>
        </p:nvSpPr>
        <p:spPr/>
        <p:txBody>
          <a:bodyPr/>
          <a:lstStyle/>
          <a:p>
            <a:fld id="{E02823F0-D12F-4202-BED9-30880AC1C948}" type="datetimeFigureOut">
              <a:rPr lang="en-US" smtClean="0"/>
              <a:t>3/15/2025</a:t>
            </a:fld>
            <a:endParaRPr lang="en-US"/>
          </a:p>
        </p:txBody>
      </p:sp>
      <p:sp>
        <p:nvSpPr>
          <p:cNvPr id="5" name="Footer Placeholder 4">
            <a:extLst>
              <a:ext uri="{FF2B5EF4-FFF2-40B4-BE49-F238E27FC236}">
                <a16:creationId xmlns:a16="http://schemas.microsoft.com/office/drawing/2014/main" id="{B3D3C850-78D0-4C49-B206-88C88C7D10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DE3A76-C44C-4467-8627-FC631FF679F6}"/>
              </a:ext>
            </a:extLst>
          </p:cNvPr>
          <p:cNvSpPr>
            <a:spLocks noGrp="1"/>
          </p:cNvSpPr>
          <p:nvPr>
            <p:ph type="sldNum" sz="quarter" idx="12"/>
          </p:nvPr>
        </p:nvSpPr>
        <p:spPr/>
        <p:txBody>
          <a:bodyPr/>
          <a:lstStyle/>
          <a:p>
            <a:fld id="{B81CF1A0-3E7E-44E6-BA37-EEE82FB89E38}" type="slidenum">
              <a:rPr lang="en-US" smtClean="0"/>
              <a:t>‹N°›</a:t>
            </a:fld>
            <a:endParaRPr lang="en-US"/>
          </a:p>
        </p:txBody>
      </p:sp>
    </p:spTree>
    <p:extLst>
      <p:ext uri="{BB962C8B-B14F-4D97-AF65-F5344CB8AC3E}">
        <p14:creationId xmlns:p14="http://schemas.microsoft.com/office/powerpoint/2010/main" val="17189832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BF315-BDE8-4CC8-A8C2-7602C453FE4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5764AC-263B-4720-AB12-3898FEDDC0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49A204-D213-429F-9144-D9B069EBD679}"/>
              </a:ext>
            </a:extLst>
          </p:cNvPr>
          <p:cNvSpPr>
            <a:spLocks noGrp="1"/>
          </p:cNvSpPr>
          <p:nvPr>
            <p:ph type="dt" sz="half" idx="10"/>
          </p:nvPr>
        </p:nvSpPr>
        <p:spPr/>
        <p:txBody>
          <a:bodyPr/>
          <a:lstStyle/>
          <a:p>
            <a:fld id="{E02823F0-D12F-4202-BED9-30880AC1C948}" type="datetimeFigureOut">
              <a:rPr lang="en-US" smtClean="0"/>
              <a:t>3/15/2025</a:t>
            </a:fld>
            <a:endParaRPr lang="en-US"/>
          </a:p>
        </p:txBody>
      </p:sp>
      <p:sp>
        <p:nvSpPr>
          <p:cNvPr id="5" name="Footer Placeholder 4">
            <a:extLst>
              <a:ext uri="{FF2B5EF4-FFF2-40B4-BE49-F238E27FC236}">
                <a16:creationId xmlns:a16="http://schemas.microsoft.com/office/drawing/2014/main" id="{D92792FE-D22F-4A42-B83F-501C4AAC76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2251FD-248B-4FAF-8B9F-546700658D98}"/>
              </a:ext>
            </a:extLst>
          </p:cNvPr>
          <p:cNvSpPr>
            <a:spLocks noGrp="1"/>
          </p:cNvSpPr>
          <p:nvPr>
            <p:ph type="sldNum" sz="quarter" idx="12"/>
          </p:nvPr>
        </p:nvSpPr>
        <p:spPr/>
        <p:txBody>
          <a:bodyPr/>
          <a:lstStyle/>
          <a:p>
            <a:fld id="{B81CF1A0-3E7E-44E6-BA37-EEE82FB89E38}" type="slidenum">
              <a:rPr lang="en-US" smtClean="0"/>
              <a:t>‹N°›</a:t>
            </a:fld>
            <a:endParaRPr lang="en-US"/>
          </a:p>
        </p:txBody>
      </p:sp>
    </p:spTree>
    <p:extLst>
      <p:ext uri="{BB962C8B-B14F-4D97-AF65-F5344CB8AC3E}">
        <p14:creationId xmlns:p14="http://schemas.microsoft.com/office/powerpoint/2010/main" val="10841508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0BF15-A19B-4CC0-9C7D-4FBE69B8AE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ADEC840-B35A-48AE-A1D9-1F96D391FD9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4CA2A32-AE06-4E36-8F04-AD499476B464}"/>
              </a:ext>
            </a:extLst>
          </p:cNvPr>
          <p:cNvSpPr>
            <a:spLocks noGrp="1"/>
          </p:cNvSpPr>
          <p:nvPr>
            <p:ph type="dt" sz="half" idx="10"/>
          </p:nvPr>
        </p:nvSpPr>
        <p:spPr/>
        <p:txBody>
          <a:bodyPr/>
          <a:lstStyle/>
          <a:p>
            <a:fld id="{E02823F0-D12F-4202-BED9-30880AC1C948}" type="datetimeFigureOut">
              <a:rPr lang="en-US" smtClean="0"/>
              <a:t>3/15/2025</a:t>
            </a:fld>
            <a:endParaRPr lang="en-US"/>
          </a:p>
        </p:txBody>
      </p:sp>
      <p:sp>
        <p:nvSpPr>
          <p:cNvPr id="5" name="Footer Placeholder 4">
            <a:extLst>
              <a:ext uri="{FF2B5EF4-FFF2-40B4-BE49-F238E27FC236}">
                <a16:creationId xmlns:a16="http://schemas.microsoft.com/office/drawing/2014/main" id="{D3DE3406-7C78-471C-A88C-45BA340413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163813-D33B-4F46-9D91-A62609030BB6}"/>
              </a:ext>
            </a:extLst>
          </p:cNvPr>
          <p:cNvSpPr>
            <a:spLocks noGrp="1"/>
          </p:cNvSpPr>
          <p:nvPr>
            <p:ph type="sldNum" sz="quarter" idx="12"/>
          </p:nvPr>
        </p:nvSpPr>
        <p:spPr/>
        <p:txBody>
          <a:bodyPr/>
          <a:lstStyle/>
          <a:p>
            <a:fld id="{B81CF1A0-3E7E-44E6-BA37-EEE82FB89E38}" type="slidenum">
              <a:rPr lang="en-US" smtClean="0"/>
              <a:t>‹N°›</a:t>
            </a:fld>
            <a:endParaRPr lang="en-US"/>
          </a:p>
        </p:txBody>
      </p:sp>
    </p:spTree>
    <p:extLst>
      <p:ext uri="{BB962C8B-B14F-4D97-AF65-F5344CB8AC3E}">
        <p14:creationId xmlns:p14="http://schemas.microsoft.com/office/powerpoint/2010/main" val="8945572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49F50-5559-4555-9F8F-D6A0B85A51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E2C8F4-E7E7-4AC2-AD42-0FC111DD40D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942BF5D-CEF7-4037-87C1-6DD4ED70FC0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2DFAF44-CF75-4CD2-861B-47179E37BF13}"/>
              </a:ext>
            </a:extLst>
          </p:cNvPr>
          <p:cNvSpPr>
            <a:spLocks noGrp="1"/>
          </p:cNvSpPr>
          <p:nvPr>
            <p:ph type="dt" sz="half" idx="10"/>
          </p:nvPr>
        </p:nvSpPr>
        <p:spPr/>
        <p:txBody>
          <a:bodyPr/>
          <a:lstStyle/>
          <a:p>
            <a:fld id="{E02823F0-D12F-4202-BED9-30880AC1C948}" type="datetimeFigureOut">
              <a:rPr lang="en-US" smtClean="0"/>
              <a:t>3/15/2025</a:t>
            </a:fld>
            <a:endParaRPr lang="en-US"/>
          </a:p>
        </p:txBody>
      </p:sp>
      <p:sp>
        <p:nvSpPr>
          <p:cNvPr id="6" name="Footer Placeholder 5">
            <a:extLst>
              <a:ext uri="{FF2B5EF4-FFF2-40B4-BE49-F238E27FC236}">
                <a16:creationId xmlns:a16="http://schemas.microsoft.com/office/drawing/2014/main" id="{E32D169F-D356-46CF-8B0B-00BDE62D050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52D1BA-B9A2-4F72-94A0-0CD3CC42E5C6}"/>
              </a:ext>
            </a:extLst>
          </p:cNvPr>
          <p:cNvSpPr>
            <a:spLocks noGrp="1"/>
          </p:cNvSpPr>
          <p:nvPr>
            <p:ph type="sldNum" sz="quarter" idx="12"/>
          </p:nvPr>
        </p:nvSpPr>
        <p:spPr/>
        <p:txBody>
          <a:bodyPr/>
          <a:lstStyle/>
          <a:p>
            <a:fld id="{B81CF1A0-3E7E-44E6-BA37-EEE82FB89E38}" type="slidenum">
              <a:rPr lang="en-US" smtClean="0"/>
              <a:t>‹N°›</a:t>
            </a:fld>
            <a:endParaRPr lang="en-US"/>
          </a:p>
        </p:txBody>
      </p:sp>
    </p:spTree>
    <p:extLst>
      <p:ext uri="{BB962C8B-B14F-4D97-AF65-F5344CB8AC3E}">
        <p14:creationId xmlns:p14="http://schemas.microsoft.com/office/powerpoint/2010/main" val="216766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45246-A811-43A6-8B7B-24B3F0954E4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61EC56F-1EC5-4C76-A432-D71EA08205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69A974E-B3A3-45E5-BBC3-E115CBDA56A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F4BD0E9-09DA-4994-8CB1-BFCCFBE104B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8C631E9-8BDA-42A6-A553-73EEC561A9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579BEE4-7B9B-41B2-9FC1-38521F33AEE4}"/>
              </a:ext>
            </a:extLst>
          </p:cNvPr>
          <p:cNvSpPr>
            <a:spLocks noGrp="1"/>
          </p:cNvSpPr>
          <p:nvPr>
            <p:ph type="dt" sz="half" idx="10"/>
          </p:nvPr>
        </p:nvSpPr>
        <p:spPr/>
        <p:txBody>
          <a:bodyPr/>
          <a:lstStyle/>
          <a:p>
            <a:fld id="{E02823F0-D12F-4202-BED9-30880AC1C948}" type="datetimeFigureOut">
              <a:rPr lang="en-US" smtClean="0"/>
              <a:t>3/15/2025</a:t>
            </a:fld>
            <a:endParaRPr lang="en-US"/>
          </a:p>
        </p:txBody>
      </p:sp>
      <p:sp>
        <p:nvSpPr>
          <p:cNvPr id="8" name="Footer Placeholder 7">
            <a:extLst>
              <a:ext uri="{FF2B5EF4-FFF2-40B4-BE49-F238E27FC236}">
                <a16:creationId xmlns:a16="http://schemas.microsoft.com/office/drawing/2014/main" id="{03BEAB15-0BEA-4A91-8A2D-7E02D71F5E3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12BB34-B7FE-40DF-A7A4-8790AC40F127}"/>
              </a:ext>
            </a:extLst>
          </p:cNvPr>
          <p:cNvSpPr>
            <a:spLocks noGrp="1"/>
          </p:cNvSpPr>
          <p:nvPr>
            <p:ph type="sldNum" sz="quarter" idx="12"/>
          </p:nvPr>
        </p:nvSpPr>
        <p:spPr/>
        <p:txBody>
          <a:bodyPr/>
          <a:lstStyle/>
          <a:p>
            <a:fld id="{B81CF1A0-3E7E-44E6-BA37-EEE82FB89E38}" type="slidenum">
              <a:rPr lang="en-US" smtClean="0"/>
              <a:t>‹N°›</a:t>
            </a:fld>
            <a:endParaRPr lang="en-US"/>
          </a:p>
        </p:txBody>
      </p:sp>
    </p:spTree>
    <p:extLst>
      <p:ext uri="{BB962C8B-B14F-4D97-AF65-F5344CB8AC3E}">
        <p14:creationId xmlns:p14="http://schemas.microsoft.com/office/powerpoint/2010/main" val="637168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69A60-6555-4ECA-826E-476FC367892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1420168-F991-496E-A767-150FA39F5355}"/>
              </a:ext>
            </a:extLst>
          </p:cNvPr>
          <p:cNvSpPr>
            <a:spLocks noGrp="1"/>
          </p:cNvSpPr>
          <p:nvPr>
            <p:ph type="dt" sz="half" idx="10"/>
          </p:nvPr>
        </p:nvSpPr>
        <p:spPr/>
        <p:txBody>
          <a:bodyPr/>
          <a:lstStyle/>
          <a:p>
            <a:fld id="{E02823F0-D12F-4202-BED9-30880AC1C948}" type="datetimeFigureOut">
              <a:rPr lang="en-US" smtClean="0"/>
              <a:t>3/15/2025</a:t>
            </a:fld>
            <a:endParaRPr lang="en-US"/>
          </a:p>
        </p:txBody>
      </p:sp>
      <p:sp>
        <p:nvSpPr>
          <p:cNvPr id="4" name="Footer Placeholder 3">
            <a:extLst>
              <a:ext uri="{FF2B5EF4-FFF2-40B4-BE49-F238E27FC236}">
                <a16:creationId xmlns:a16="http://schemas.microsoft.com/office/drawing/2014/main" id="{701333E5-CA34-4DD6-A249-2CB517F36FE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2FF976E-C9DA-495D-B443-CDF47C4DD2EA}"/>
              </a:ext>
            </a:extLst>
          </p:cNvPr>
          <p:cNvSpPr>
            <a:spLocks noGrp="1"/>
          </p:cNvSpPr>
          <p:nvPr>
            <p:ph type="sldNum" sz="quarter" idx="12"/>
          </p:nvPr>
        </p:nvSpPr>
        <p:spPr/>
        <p:txBody>
          <a:bodyPr/>
          <a:lstStyle/>
          <a:p>
            <a:fld id="{B81CF1A0-3E7E-44E6-BA37-EEE82FB89E38}" type="slidenum">
              <a:rPr lang="en-US" smtClean="0"/>
              <a:t>‹N°›</a:t>
            </a:fld>
            <a:endParaRPr lang="en-US"/>
          </a:p>
        </p:txBody>
      </p:sp>
    </p:spTree>
    <p:extLst>
      <p:ext uri="{BB962C8B-B14F-4D97-AF65-F5344CB8AC3E}">
        <p14:creationId xmlns:p14="http://schemas.microsoft.com/office/powerpoint/2010/main" val="29897113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7D385D-CC8D-4C66-B792-21731D009962}"/>
              </a:ext>
            </a:extLst>
          </p:cNvPr>
          <p:cNvSpPr>
            <a:spLocks noGrp="1"/>
          </p:cNvSpPr>
          <p:nvPr>
            <p:ph type="dt" sz="half" idx="10"/>
          </p:nvPr>
        </p:nvSpPr>
        <p:spPr/>
        <p:txBody>
          <a:bodyPr/>
          <a:lstStyle/>
          <a:p>
            <a:fld id="{E02823F0-D12F-4202-BED9-30880AC1C948}" type="datetimeFigureOut">
              <a:rPr lang="en-US" smtClean="0"/>
              <a:t>3/15/2025</a:t>
            </a:fld>
            <a:endParaRPr lang="en-US"/>
          </a:p>
        </p:txBody>
      </p:sp>
      <p:sp>
        <p:nvSpPr>
          <p:cNvPr id="3" name="Footer Placeholder 2">
            <a:extLst>
              <a:ext uri="{FF2B5EF4-FFF2-40B4-BE49-F238E27FC236}">
                <a16:creationId xmlns:a16="http://schemas.microsoft.com/office/drawing/2014/main" id="{F1EDAB8D-C3E6-481F-90C0-1C8CA66A2C5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AE0E068-21E1-4E84-9AF5-CAC7A00EECF2}"/>
              </a:ext>
            </a:extLst>
          </p:cNvPr>
          <p:cNvSpPr>
            <a:spLocks noGrp="1"/>
          </p:cNvSpPr>
          <p:nvPr>
            <p:ph type="sldNum" sz="quarter" idx="12"/>
          </p:nvPr>
        </p:nvSpPr>
        <p:spPr/>
        <p:txBody>
          <a:bodyPr/>
          <a:lstStyle/>
          <a:p>
            <a:fld id="{B81CF1A0-3E7E-44E6-BA37-EEE82FB89E38}" type="slidenum">
              <a:rPr lang="en-US" smtClean="0"/>
              <a:t>‹N°›</a:t>
            </a:fld>
            <a:endParaRPr lang="en-US"/>
          </a:p>
        </p:txBody>
      </p:sp>
    </p:spTree>
    <p:extLst>
      <p:ext uri="{BB962C8B-B14F-4D97-AF65-F5344CB8AC3E}">
        <p14:creationId xmlns:p14="http://schemas.microsoft.com/office/powerpoint/2010/main" val="33187891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08D20-6F77-4174-B522-D270E716EA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B5EFE00-B7BD-40A5-BABC-AA9697EBAC7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868F75F-AEF3-4300-B9FD-BBBAC6E601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0540E9-E526-482C-8D6C-7962D347D072}"/>
              </a:ext>
            </a:extLst>
          </p:cNvPr>
          <p:cNvSpPr>
            <a:spLocks noGrp="1"/>
          </p:cNvSpPr>
          <p:nvPr>
            <p:ph type="dt" sz="half" idx="10"/>
          </p:nvPr>
        </p:nvSpPr>
        <p:spPr/>
        <p:txBody>
          <a:bodyPr/>
          <a:lstStyle/>
          <a:p>
            <a:fld id="{E02823F0-D12F-4202-BED9-30880AC1C948}" type="datetimeFigureOut">
              <a:rPr lang="en-US" smtClean="0"/>
              <a:t>3/15/2025</a:t>
            </a:fld>
            <a:endParaRPr lang="en-US"/>
          </a:p>
        </p:txBody>
      </p:sp>
      <p:sp>
        <p:nvSpPr>
          <p:cNvPr id="6" name="Footer Placeholder 5">
            <a:extLst>
              <a:ext uri="{FF2B5EF4-FFF2-40B4-BE49-F238E27FC236}">
                <a16:creationId xmlns:a16="http://schemas.microsoft.com/office/drawing/2014/main" id="{1C691825-9726-448E-A081-5AB54B4A6C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44EDF2-C3C1-47AF-A874-4F3FFD49437E}"/>
              </a:ext>
            </a:extLst>
          </p:cNvPr>
          <p:cNvSpPr>
            <a:spLocks noGrp="1"/>
          </p:cNvSpPr>
          <p:nvPr>
            <p:ph type="sldNum" sz="quarter" idx="12"/>
          </p:nvPr>
        </p:nvSpPr>
        <p:spPr/>
        <p:txBody>
          <a:bodyPr/>
          <a:lstStyle/>
          <a:p>
            <a:fld id="{B81CF1A0-3E7E-44E6-BA37-EEE82FB89E38}" type="slidenum">
              <a:rPr lang="en-US" smtClean="0"/>
              <a:t>‹N°›</a:t>
            </a:fld>
            <a:endParaRPr lang="en-US"/>
          </a:p>
        </p:txBody>
      </p:sp>
    </p:spTree>
    <p:extLst>
      <p:ext uri="{BB962C8B-B14F-4D97-AF65-F5344CB8AC3E}">
        <p14:creationId xmlns:p14="http://schemas.microsoft.com/office/powerpoint/2010/main" val="8446199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77C99-7CA6-4C7D-AB7E-D7BFCF1CB8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F77C0D8-D9B1-4033-8FC0-A8861B6E35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93E5C0E-3841-41BB-B54A-46EC497A15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AE2374-CC03-4B87-BAFE-AF6B1A273775}"/>
              </a:ext>
            </a:extLst>
          </p:cNvPr>
          <p:cNvSpPr>
            <a:spLocks noGrp="1"/>
          </p:cNvSpPr>
          <p:nvPr>
            <p:ph type="dt" sz="half" idx="10"/>
          </p:nvPr>
        </p:nvSpPr>
        <p:spPr/>
        <p:txBody>
          <a:bodyPr/>
          <a:lstStyle/>
          <a:p>
            <a:fld id="{E02823F0-D12F-4202-BED9-30880AC1C948}" type="datetimeFigureOut">
              <a:rPr lang="en-US" smtClean="0"/>
              <a:t>3/15/2025</a:t>
            </a:fld>
            <a:endParaRPr lang="en-US"/>
          </a:p>
        </p:txBody>
      </p:sp>
      <p:sp>
        <p:nvSpPr>
          <p:cNvPr id="6" name="Footer Placeholder 5">
            <a:extLst>
              <a:ext uri="{FF2B5EF4-FFF2-40B4-BE49-F238E27FC236}">
                <a16:creationId xmlns:a16="http://schemas.microsoft.com/office/drawing/2014/main" id="{21FDB3EC-72FC-4601-B6AC-46C4D9A14B2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ACA87C-A285-42E4-B2A2-8713DED86CC2}"/>
              </a:ext>
            </a:extLst>
          </p:cNvPr>
          <p:cNvSpPr>
            <a:spLocks noGrp="1"/>
          </p:cNvSpPr>
          <p:nvPr>
            <p:ph type="sldNum" sz="quarter" idx="12"/>
          </p:nvPr>
        </p:nvSpPr>
        <p:spPr/>
        <p:txBody>
          <a:bodyPr/>
          <a:lstStyle/>
          <a:p>
            <a:fld id="{B81CF1A0-3E7E-44E6-BA37-EEE82FB89E38}" type="slidenum">
              <a:rPr lang="en-US" smtClean="0"/>
              <a:t>‹N°›</a:t>
            </a:fld>
            <a:endParaRPr lang="en-US"/>
          </a:p>
        </p:txBody>
      </p:sp>
    </p:spTree>
    <p:extLst>
      <p:ext uri="{BB962C8B-B14F-4D97-AF65-F5344CB8AC3E}">
        <p14:creationId xmlns:p14="http://schemas.microsoft.com/office/powerpoint/2010/main" val="1552420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46DC8-697A-4840-8815-C3F35158530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2309F4E-09E1-4F4F-BAEB-0801B25B44D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2DEA95-A81A-4032-999C-C5058F3564CA}"/>
              </a:ext>
            </a:extLst>
          </p:cNvPr>
          <p:cNvSpPr>
            <a:spLocks noGrp="1"/>
          </p:cNvSpPr>
          <p:nvPr>
            <p:ph type="dt" sz="half" idx="10"/>
          </p:nvPr>
        </p:nvSpPr>
        <p:spPr/>
        <p:txBody>
          <a:bodyPr/>
          <a:lstStyle/>
          <a:p>
            <a:fld id="{E02823F0-D12F-4202-BED9-30880AC1C948}" type="datetimeFigureOut">
              <a:rPr lang="en-US" smtClean="0"/>
              <a:t>3/15/2025</a:t>
            </a:fld>
            <a:endParaRPr lang="en-US"/>
          </a:p>
        </p:txBody>
      </p:sp>
      <p:sp>
        <p:nvSpPr>
          <p:cNvPr id="5" name="Footer Placeholder 4">
            <a:extLst>
              <a:ext uri="{FF2B5EF4-FFF2-40B4-BE49-F238E27FC236}">
                <a16:creationId xmlns:a16="http://schemas.microsoft.com/office/drawing/2014/main" id="{50A6634A-FD05-4B85-8437-E0C3896802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7E3009-FF03-45B5-8194-4F82FC2D2E26}"/>
              </a:ext>
            </a:extLst>
          </p:cNvPr>
          <p:cNvSpPr>
            <a:spLocks noGrp="1"/>
          </p:cNvSpPr>
          <p:nvPr>
            <p:ph type="sldNum" sz="quarter" idx="12"/>
          </p:nvPr>
        </p:nvSpPr>
        <p:spPr/>
        <p:txBody>
          <a:bodyPr/>
          <a:lstStyle/>
          <a:p>
            <a:fld id="{B81CF1A0-3E7E-44E6-BA37-EEE82FB89E38}" type="slidenum">
              <a:rPr lang="en-US" smtClean="0"/>
              <a:t>‹N°›</a:t>
            </a:fld>
            <a:endParaRPr lang="en-US"/>
          </a:p>
        </p:txBody>
      </p:sp>
    </p:spTree>
    <p:extLst>
      <p:ext uri="{BB962C8B-B14F-4D97-AF65-F5344CB8AC3E}">
        <p14:creationId xmlns:p14="http://schemas.microsoft.com/office/powerpoint/2010/main" val="33864495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7208C31-27D4-426C-9B88-224481CCB61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E907D83-50A9-499C-ADC8-A7BB2442D8A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9F57C0-C2D7-4562-95BF-A8C163EE71FA}"/>
              </a:ext>
            </a:extLst>
          </p:cNvPr>
          <p:cNvSpPr>
            <a:spLocks noGrp="1"/>
          </p:cNvSpPr>
          <p:nvPr>
            <p:ph type="dt" sz="half" idx="10"/>
          </p:nvPr>
        </p:nvSpPr>
        <p:spPr/>
        <p:txBody>
          <a:bodyPr/>
          <a:lstStyle/>
          <a:p>
            <a:fld id="{E02823F0-D12F-4202-BED9-30880AC1C948}" type="datetimeFigureOut">
              <a:rPr lang="en-US" smtClean="0"/>
              <a:t>3/15/2025</a:t>
            </a:fld>
            <a:endParaRPr lang="en-US"/>
          </a:p>
        </p:txBody>
      </p:sp>
      <p:sp>
        <p:nvSpPr>
          <p:cNvPr id="5" name="Footer Placeholder 4">
            <a:extLst>
              <a:ext uri="{FF2B5EF4-FFF2-40B4-BE49-F238E27FC236}">
                <a16:creationId xmlns:a16="http://schemas.microsoft.com/office/drawing/2014/main" id="{67A5AF5B-58AC-44AE-99A8-8C441F2655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90130D-938F-4542-80EC-9B5069F66C79}"/>
              </a:ext>
            </a:extLst>
          </p:cNvPr>
          <p:cNvSpPr>
            <a:spLocks noGrp="1"/>
          </p:cNvSpPr>
          <p:nvPr>
            <p:ph type="sldNum" sz="quarter" idx="12"/>
          </p:nvPr>
        </p:nvSpPr>
        <p:spPr/>
        <p:txBody>
          <a:bodyPr/>
          <a:lstStyle/>
          <a:p>
            <a:fld id="{B81CF1A0-3E7E-44E6-BA37-EEE82FB89E38}" type="slidenum">
              <a:rPr lang="en-US" smtClean="0"/>
              <a:t>‹N°›</a:t>
            </a:fld>
            <a:endParaRPr lang="en-US"/>
          </a:p>
        </p:txBody>
      </p:sp>
    </p:spTree>
    <p:extLst>
      <p:ext uri="{BB962C8B-B14F-4D97-AF65-F5344CB8AC3E}">
        <p14:creationId xmlns:p14="http://schemas.microsoft.com/office/powerpoint/2010/main" val="7734418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1"/>
        <p:cNvGrpSpPr/>
        <p:nvPr/>
      </p:nvGrpSpPr>
      <p:grpSpPr>
        <a:xfrm>
          <a:off x="0" y="0"/>
          <a:ext cx="0" cy="0"/>
          <a:chOff x="0" y="0"/>
          <a:chExt cx="0" cy="0"/>
        </a:xfrm>
      </p:grpSpPr>
      <p:sp>
        <p:nvSpPr>
          <p:cNvPr id="12" name="Google Shape;12;p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extLst>
      <p:ext uri="{BB962C8B-B14F-4D97-AF65-F5344CB8AC3E}">
        <p14:creationId xmlns:p14="http://schemas.microsoft.com/office/powerpoint/2010/main" val="13531215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7"/>
        <p:cNvGrpSpPr/>
        <p:nvPr/>
      </p:nvGrpSpPr>
      <p:grpSpPr>
        <a:xfrm>
          <a:off x="0" y="0"/>
          <a:ext cx="0" cy="0"/>
          <a:chOff x="0" y="0"/>
          <a:chExt cx="0" cy="0"/>
        </a:xfrm>
      </p:grpSpPr>
      <p:sp>
        <p:nvSpPr>
          <p:cNvPr id="18" name="Google Shape;18;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extLst>
      <p:ext uri="{BB962C8B-B14F-4D97-AF65-F5344CB8AC3E}">
        <p14:creationId xmlns:p14="http://schemas.microsoft.com/office/powerpoint/2010/main" val="10592367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3"/>
        <p:cNvGrpSpPr/>
        <p:nvPr/>
      </p:nvGrpSpPr>
      <p:grpSpPr>
        <a:xfrm>
          <a:off x="0" y="0"/>
          <a:ext cx="0" cy="0"/>
          <a:chOff x="0" y="0"/>
          <a:chExt cx="0" cy="0"/>
        </a:xfrm>
      </p:grpSpPr>
      <p:sp>
        <p:nvSpPr>
          <p:cNvPr id="24" name="Google Shape;24;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extLst>
      <p:ext uri="{BB962C8B-B14F-4D97-AF65-F5344CB8AC3E}">
        <p14:creationId xmlns:p14="http://schemas.microsoft.com/office/powerpoint/2010/main" val="14112980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29"/>
        <p:cNvGrpSpPr/>
        <p:nvPr/>
      </p:nvGrpSpPr>
      <p:grpSpPr>
        <a:xfrm>
          <a:off x="0" y="0"/>
          <a:ext cx="0" cy="0"/>
          <a:chOff x="0" y="0"/>
          <a:chExt cx="0" cy="0"/>
        </a:xfrm>
      </p:grpSpPr>
      <p:sp>
        <p:nvSpPr>
          <p:cNvPr id="30" name="Google Shape;30;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extLst>
      <p:ext uri="{BB962C8B-B14F-4D97-AF65-F5344CB8AC3E}">
        <p14:creationId xmlns:p14="http://schemas.microsoft.com/office/powerpoint/2010/main" val="2918025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36"/>
        <p:cNvGrpSpPr/>
        <p:nvPr/>
      </p:nvGrpSpPr>
      <p:grpSpPr>
        <a:xfrm>
          <a:off x="0" y="0"/>
          <a:ext cx="0" cy="0"/>
          <a:chOff x="0" y="0"/>
          <a:chExt cx="0" cy="0"/>
        </a:xfrm>
      </p:grpSpPr>
      <p:sp>
        <p:nvSpPr>
          <p:cNvPr id="37" name="Google Shape;37;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extLst>
      <p:ext uri="{BB962C8B-B14F-4D97-AF65-F5344CB8AC3E}">
        <p14:creationId xmlns:p14="http://schemas.microsoft.com/office/powerpoint/2010/main" val="32693423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5"/>
        <p:cNvGrpSpPr/>
        <p:nvPr/>
      </p:nvGrpSpPr>
      <p:grpSpPr>
        <a:xfrm>
          <a:off x="0" y="0"/>
          <a:ext cx="0" cy="0"/>
          <a:chOff x="0" y="0"/>
          <a:chExt cx="0" cy="0"/>
        </a:xfrm>
      </p:grpSpPr>
      <p:sp>
        <p:nvSpPr>
          <p:cNvPr id="46" name="Google Shape;46;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extLst>
      <p:ext uri="{BB962C8B-B14F-4D97-AF65-F5344CB8AC3E}">
        <p14:creationId xmlns:p14="http://schemas.microsoft.com/office/powerpoint/2010/main" val="10583463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extLst>
      <p:ext uri="{BB962C8B-B14F-4D97-AF65-F5344CB8AC3E}">
        <p14:creationId xmlns:p14="http://schemas.microsoft.com/office/powerpoint/2010/main" val="27851509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4"/>
        <p:cNvGrpSpPr/>
        <p:nvPr/>
      </p:nvGrpSpPr>
      <p:grpSpPr>
        <a:xfrm>
          <a:off x="0" y="0"/>
          <a:ext cx="0" cy="0"/>
          <a:chOff x="0" y="0"/>
          <a:chExt cx="0" cy="0"/>
        </a:xfrm>
      </p:grpSpPr>
      <p:sp>
        <p:nvSpPr>
          <p:cNvPr id="55" name="Google Shape;55;p1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1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extLst>
      <p:ext uri="{BB962C8B-B14F-4D97-AF65-F5344CB8AC3E}">
        <p14:creationId xmlns:p14="http://schemas.microsoft.com/office/powerpoint/2010/main" val="36073305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1"/>
        <p:cNvGrpSpPr/>
        <p:nvPr/>
      </p:nvGrpSpPr>
      <p:grpSpPr>
        <a:xfrm>
          <a:off x="0" y="0"/>
          <a:ext cx="0" cy="0"/>
          <a:chOff x="0" y="0"/>
          <a:chExt cx="0" cy="0"/>
        </a:xfrm>
      </p:grpSpPr>
      <p:sp>
        <p:nvSpPr>
          <p:cNvPr id="62" name="Google Shape;62;p1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7"/>
          <p:cNvSpPr>
            <a:spLocks noGrp="1"/>
          </p:cNvSpPr>
          <p:nvPr>
            <p:ph type="pic" idx="2"/>
          </p:nvPr>
        </p:nvSpPr>
        <p:spPr>
          <a:xfrm>
            <a:off x="5183188" y="987425"/>
            <a:ext cx="6172200" cy="4873625"/>
          </a:xfrm>
          <a:prstGeom prst="rect">
            <a:avLst/>
          </a:prstGeom>
          <a:noFill/>
          <a:ln>
            <a:noFill/>
          </a:ln>
        </p:spPr>
      </p:sp>
      <p:sp>
        <p:nvSpPr>
          <p:cNvPr id="64" name="Google Shape;64;p1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extLst>
      <p:ext uri="{BB962C8B-B14F-4D97-AF65-F5344CB8AC3E}">
        <p14:creationId xmlns:p14="http://schemas.microsoft.com/office/powerpoint/2010/main" val="389425360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68"/>
        <p:cNvGrpSpPr/>
        <p:nvPr/>
      </p:nvGrpSpPr>
      <p:grpSpPr>
        <a:xfrm>
          <a:off x="0" y="0"/>
          <a:ext cx="0" cy="0"/>
          <a:chOff x="0" y="0"/>
          <a:chExt cx="0" cy="0"/>
        </a:xfrm>
      </p:grpSpPr>
      <p:sp>
        <p:nvSpPr>
          <p:cNvPr id="69" name="Google Shape;69;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extLst>
      <p:ext uri="{BB962C8B-B14F-4D97-AF65-F5344CB8AC3E}">
        <p14:creationId xmlns:p14="http://schemas.microsoft.com/office/powerpoint/2010/main" val="10305068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4"/>
        <p:cNvGrpSpPr/>
        <p:nvPr/>
      </p:nvGrpSpPr>
      <p:grpSpPr>
        <a:xfrm>
          <a:off x="0" y="0"/>
          <a:ext cx="0" cy="0"/>
          <a:chOff x="0" y="0"/>
          <a:chExt cx="0" cy="0"/>
        </a:xfrm>
      </p:grpSpPr>
      <p:sp>
        <p:nvSpPr>
          <p:cNvPr id="75" name="Google Shape;75;p1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extLst>
      <p:ext uri="{BB962C8B-B14F-4D97-AF65-F5344CB8AC3E}">
        <p14:creationId xmlns:p14="http://schemas.microsoft.com/office/powerpoint/2010/main" val="18905325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E9A0183-A967-402A-A3D3-79228FE495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A3ADDC7-F902-4A05-A622-BFC2DE0A31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05262C-C48E-4AD8-A6EA-1946D77EA2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2823F0-D12F-4202-BED9-30880AC1C948}" type="datetimeFigureOut">
              <a:rPr lang="en-US" smtClean="0"/>
              <a:t>3/15/2025</a:t>
            </a:fld>
            <a:endParaRPr lang="en-US"/>
          </a:p>
        </p:txBody>
      </p:sp>
      <p:sp>
        <p:nvSpPr>
          <p:cNvPr id="5" name="Footer Placeholder 4">
            <a:extLst>
              <a:ext uri="{FF2B5EF4-FFF2-40B4-BE49-F238E27FC236}">
                <a16:creationId xmlns:a16="http://schemas.microsoft.com/office/drawing/2014/main" id="{36C84127-2B49-4BB7-88BD-F9A849FEF2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A202DEA-CEAA-4AF0-89AA-1B78A129F0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1CF1A0-3E7E-44E6-BA37-EEE82FB89E38}" type="slidenum">
              <a:rPr lang="en-US" smtClean="0"/>
              <a:t>‹N°›</a:t>
            </a:fld>
            <a:endParaRPr lang="en-US"/>
          </a:p>
        </p:txBody>
      </p:sp>
    </p:spTree>
    <p:extLst>
      <p:ext uri="{BB962C8B-B14F-4D97-AF65-F5344CB8AC3E}">
        <p14:creationId xmlns:p14="http://schemas.microsoft.com/office/powerpoint/2010/main" val="455179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a:t>
            </a:fld>
            <a:endParaRPr/>
          </a:p>
        </p:txBody>
      </p:sp>
    </p:spTree>
    <p:extLst>
      <p:ext uri="{BB962C8B-B14F-4D97-AF65-F5344CB8AC3E}">
        <p14:creationId xmlns:p14="http://schemas.microsoft.com/office/powerpoint/2010/main" val="3278724685"/>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svg"/><Relationship Id="rId3" Type="http://schemas.microsoft.com/office/2007/relationships/hdphoto" Target="../media/hdphoto1.wdp"/><Relationship Id="rId7" Type="http://schemas.openxmlformats.org/officeDocument/2006/relationships/image" Target="../media/image5.svg"/><Relationship Id="rId12"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svg"/><Relationship Id="rId5" Type="http://schemas.openxmlformats.org/officeDocument/2006/relationships/image" Target="../media/image3.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svg"/></Relationships>
</file>

<file path=ppt/slides/_rels/slide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6C3FE2"/>
            </a:gs>
            <a:gs pos="100000">
              <a:srgbClr val="4800A2"/>
            </a:gs>
          </a:gsLst>
          <a:path path="circle">
            <a:fillToRect l="50000" t="50000" r="50000" b="50000"/>
          </a:path>
          <a:tileRect/>
        </a:gradFill>
        <a:effectLst/>
      </p:bgPr>
    </p:bg>
    <p:spTree>
      <p:nvGrpSpPr>
        <p:cNvPr id="1" name="Shape 83"/>
        <p:cNvGrpSpPr/>
        <p:nvPr/>
      </p:nvGrpSpPr>
      <p:grpSpPr>
        <a:xfrm>
          <a:off x="0" y="0"/>
          <a:ext cx="0" cy="0"/>
          <a:chOff x="0" y="0"/>
          <a:chExt cx="0" cy="0"/>
        </a:xfrm>
      </p:grpSpPr>
      <p:sp>
        <p:nvSpPr>
          <p:cNvPr id="84" name="Google Shape;84;p1"/>
          <p:cNvSpPr/>
          <p:nvPr/>
        </p:nvSpPr>
        <p:spPr>
          <a:xfrm>
            <a:off x="0" y="1422591"/>
            <a:ext cx="12103510" cy="3033293"/>
          </a:xfrm>
          <a:prstGeom prst="ellipse">
            <a:avLst/>
          </a:prstGeom>
          <a:solidFill>
            <a:srgbClr val="A85DFE"/>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85" name="Google Shape;85;p1"/>
          <p:cNvSpPr/>
          <p:nvPr/>
        </p:nvSpPr>
        <p:spPr>
          <a:xfrm>
            <a:off x="1976338" y="-918029"/>
            <a:ext cx="8694058" cy="8694058"/>
          </a:xfrm>
          <a:prstGeom prst="ellipse">
            <a:avLst/>
          </a:prstGeom>
          <a:gradFill>
            <a:gsLst>
              <a:gs pos="0">
                <a:srgbClr val="4800A2">
                  <a:alpha val="44705"/>
                </a:srgbClr>
              </a:gs>
              <a:gs pos="1770">
                <a:srgbClr val="4800A2">
                  <a:alpha val="44705"/>
                </a:srgbClr>
              </a:gs>
              <a:gs pos="24000">
                <a:srgbClr val="5E27CA">
                  <a:alpha val="0"/>
                </a:srgbClr>
              </a:gs>
              <a:gs pos="74000">
                <a:srgbClr val="6C3FE2">
                  <a:alpha val="0"/>
                </a:srgbClr>
              </a:gs>
              <a:gs pos="100000">
                <a:srgbClr val="4800A2">
                  <a:alpha val="45882"/>
                </a:srgbClr>
              </a:gs>
            </a:gsLst>
            <a:lin ang="10800000"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86" name="Google Shape;86;p1"/>
          <p:cNvSpPr/>
          <p:nvPr/>
        </p:nvSpPr>
        <p:spPr>
          <a:xfrm>
            <a:off x="3181655" y="441209"/>
            <a:ext cx="5834743" cy="5834743"/>
          </a:xfrm>
          <a:prstGeom prst="ellipse">
            <a:avLst/>
          </a:prstGeom>
          <a:gradFill>
            <a:gsLst>
              <a:gs pos="0">
                <a:srgbClr val="4800A2"/>
              </a:gs>
              <a:gs pos="1770">
                <a:srgbClr val="4800A2"/>
              </a:gs>
              <a:gs pos="24000">
                <a:srgbClr val="5E27CA">
                  <a:alpha val="0"/>
                </a:srgbClr>
              </a:gs>
              <a:gs pos="74000">
                <a:srgbClr val="6C3FE2">
                  <a:alpha val="0"/>
                </a:srgbClr>
              </a:gs>
              <a:gs pos="100000">
                <a:srgbClr val="4800A2"/>
              </a:gs>
            </a:gsLst>
            <a:lin ang="10800000"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87" name="Google Shape;87;p1"/>
          <p:cNvSpPr/>
          <p:nvPr/>
        </p:nvSpPr>
        <p:spPr>
          <a:xfrm>
            <a:off x="3213045" y="1750786"/>
            <a:ext cx="5765910" cy="2899229"/>
          </a:xfrm>
          <a:prstGeom prst="ellipse">
            <a:avLst/>
          </a:prstGeom>
          <a:solidFill>
            <a:srgbClr val="A85DFE"/>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grpSp>
        <p:nvGrpSpPr>
          <p:cNvPr id="88" name="Google Shape;88;p1"/>
          <p:cNvGrpSpPr/>
          <p:nvPr/>
        </p:nvGrpSpPr>
        <p:grpSpPr>
          <a:xfrm>
            <a:off x="6993193" y="520700"/>
            <a:ext cx="1335314" cy="1335314"/>
            <a:chOff x="5965372" y="812800"/>
            <a:chExt cx="1770743" cy="1770743"/>
          </a:xfrm>
        </p:grpSpPr>
        <p:sp>
          <p:nvSpPr>
            <p:cNvPr id="89" name="Google Shape;89;p1"/>
            <p:cNvSpPr/>
            <p:nvPr/>
          </p:nvSpPr>
          <p:spPr>
            <a:xfrm>
              <a:off x="5965372" y="812800"/>
              <a:ext cx="1770743" cy="1770743"/>
            </a:xfrm>
            <a:prstGeom prst="ellipse">
              <a:avLst/>
            </a:prstGeom>
            <a:gradFill>
              <a:gsLst>
                <a:gs pos="0">
                  <a:srgbClr val="9122BF"/>
                </a:gs>
                <a:gs pos="37000">
                  <a:srgbClr val="C95E5F"/>
                </a:gs>
                <a:gs pos="100000">
                  <a:srgbClr val="FEEE01"/>
                </a:gs>
              </a:gsLst>
              <a:path path="circle">
                <a:fillToRect t="100000" r="100000"/>
              </a:path>
              <a:tileRect l="-100000" b="-10000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90" name="Google Shape;90;p1"/>
            <p:cNvSpPr/>
            <p:nvPr/>
          </p:nvSpPr>
          <p:spPr>
            <a:xfrm>
              <a:off x="6262916" y="812800"/>
              <a:ext cx="1473199" cy="1451429"/>
            </a:xfrm>
            <a:prstGeom prst="ellipse">
              <a:avLst/>
            </a:prstGeom>
            <a:solidFill>
              <a:srgbClr val="FEEE0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grpSp>
      <p:grpSp>
        <p:nvGrpSpPr>
          <p:cNvPr id="91" name="Google Shape;91;p1"/>
          <p:cNvGrpSpPr/>
          <p:nvPr/>
        </p:nvGrpSpPr>
        <p:grpSpPr>
          <a:xfrm>
            <a:off x="914401" y="3706586"/>
            <a:ext cx="1770743" cy="1886858"/>
            <a:chOff x="2605314" y="2148114"/>
            <a:chExt cx="1770743" cy="1886858"/>
          </a:xfrm>
        </p:grpSpPr>
        <p:sp>
          <p:nvSpPr>
            <p:cNvPr id="92" name="Google Shape;92;p1"/>
            <p:cNvSpPr/>
            <p:nvPr/>
          </p:nvSpPr>
          <p:spPr>
            <a:xfrm>
              <a:off x="2605314" y="2264229"/>
              <a:ext cx="1770743" cy="1770743"/>
            </a:xfrm>
            <a:prstGeom prst="ellipse">
              <a:avLst/>
            </a:prstGeom>
            <a:gradFill>
              <a:gsLst>
                <a:gs pos="0">
                  <a:srgbClr val="3E32E5"/>
                </a:gs>
                <a:gs pos="37000">
                  <a:srgbClr val="185AF6"/>
                </a:gs>
                <a:gs pos="100000">
                  <a:srgbClr val="0097FE"/>
                </a:gs>
              </a:gsLst>
              <a:path path="circle">
                <a:fillToRect t="100000" r="100000"/>
              </a:path>
              <a:tileRect l="-100000" b="-10000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93" name="Google Shape;93;p1"/>
            <p:cNvSpPr/>
            <p:nvPr/>
          </p:nvSpPr>
          <p:spPr>
            <a:xfrm>
              <a:off x="2899230" y="2148114"/>
              <a:ext cx="1473199" cy="1451429"/>
            </a:xfrm>
            <a:prstGeom prst="ellipse">
              <a:avLst/>
            </a:prstGeom>
            <a:solidFill>
              <a:schemeClr val="lt1">
                <a:alpha val="67843"/>
              </a:scheme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grpSp>
      <p:grpSp>
        <p:nvGrpSpPr>
          <p:cNvPr id="94" name="Google Shape;94;p1"/>
          <p:cNvGrpSpPr/>
          <p:nvPr/>
        </p:nvGrpSpPr>
        <p:grpSpPr>
          <a:xfrm>
            <a:off x="1360163" y="94278"/>
            <a:ext cx="2495304" cy="2741768"/>
            <a:chOff x="5080000" y="2659017"/>
            <a:chExt cx="1770743" cy="1945641"/>
          </a:xfrm>
        </p:grpSpPr>
        <p:sp>
          <p:nvSpPr>
            <p:cNvPr id="95" name="Google Shape;95;p1"/>
            <p:cNvSpPr/>
            <p:nvPr/>
          </p:nvSpPr>
          <p:spPr>
            <a:xfrm>
              <a:off x="5080000" y="2833915"/>
              <a:ext cx="1770743" cy="1770743"/>
            </a:xfrm>
            <a:prstGeom prst="ellipse">
              <a:avLst/>
            </a:prstGeom>
            <a:gradFill>
              <a:gsLst>
                <a:gs pos="0">
                  <a:srgbClr val="6A22CE"/>
                </a:gs>
                <a:gs pos="37000">
                  <a:srgbClr val="A94AE9"/>
                </a:gs>
                <a:gs pos="100000">
                  <a:srgbClr val="E8A0FE"/>
                </a:gs>
              </a:gsLst>
              <a:path path="circle">
                <a:fillToRect t="100000" r="100000"/>
              </a:path>
              <a:tileRect l="-100000" b="-10000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96" name="Google Shape;96;p1"/>
            <p:cNvSpPr/>
            <p:nvPr/>
          </p:nvSpPr>
          <p:spPr>
            <a:xfrm>
              <a:off x="5377544" y="2659017"/>
              <a:ext cx="1473199" cy="1451429"/>
            </a:xfrm>
            <a:prstGeom prst="ellipse">
              <a:avLst/>
            </a:prstGeom>
            <a:solidFill>
              <a:schemeClr val="lt1">
                <a:alpha val="63921"/>
              </a:scheme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grpSp>
      <p:grpSp>
        <p:nvGrpSpPr>
          <p:cNvPr id="97" name="Google Shape;97;p1"/>
          <p:cNvGrpSpPr/>
          <p:nvPr/>
        </p:nvGrpSpPr>
        <p:grpSpPr>
          <a:xfrm>
            <a:off x="4165599" y="4368800"/>
            <a:ext cx="1019629" cy="1019629"/>
            <a:chOff x="5965372" y="812800"/>
            <a:chExt cx="1770743" cy="1770743"/>
          </a:xfrm>
        </p:grpSpPr>
        <p:sp>
          <p:nvSpPr>
            <p:cNvPr id="98" name="Google Shape;98;p1"/>
            <p:cNvSpPr/>
            <p:nvPr/>
          </p:nvSpPr>
          <p:spPr>
            <a:xfrm>
              <a:off x="5965372" y="812800"/>
              <a:ext cx="1770743" cy="1770743"/>
            </a:xfrm>
            <a:prstGeom prst="ellipse">
              <a:avLst/>
            </a:prstGeom>
            <a:gradFill>
              <a:gsLst>
                <a:gs pos="0">
                  <a:srgbClr val="9122BF"/>
                </a:gs>
                <a:gs pos="37000">
                  <a:srgbClr val="C95E5F"/>
                </a:gs>
                <a:gs pos="100000">
                  <a:srgbClr val="FEEE01"/>
                </a:gs>
              </a:gsLst>
              <a:path path="circle">
                <a:fillToRect t="100000" r="100000"/>
              </a:path>
              <a:tileRect l="-100000" b="-10000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99" name="Google Shape;99;p1"/>
            <p:cNvSpPr/>
            <p:nvPr/>
          </p:nvSpPr>
          <p:spPr>
            <a:xfrm>
              <a:off x="6262916" y="812800"/>
              <a:ext cx="1473199" cy="1451429"/>
            </a:xfrm>
            <a:prstGeom prst="ellipse">
              <a:avLst/>
            </a:prstGeom>
            <a:solidFill>
              <a:srgbClr val="FEEE0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grpSp>
      <p:grpSp>
        <p:nvGrpSpPr>
          <p:cNvPr id="100" name="Google Shape;100;p1"/>
          <p:cNvGrpSpPr/>
          <p:nvPr/>
        </p:nvGrpSpPr>
        <p:grpSpPr>
          <a:xfrm>
            <a:off x="8827079" y="4144950"/>
            <a:ext cx="2065948" cy="2201421"/>
            <a:chOff x="2605314" y="2148114"/>
            <a:chExt cx="1770743" cy="1886858"/>
          </a:xfrm>
        </p:grpSpPr>
        <p:sp>
          <p:nvSpPr>
            <p:cNvPr id="101" name="Google Shape;101;p1"/>
            <p:cNvSpPr/>
            <p:nvPr/>
          </p:nvSpPr>
          <p:spPr>
            <a:xfrm>
              <a:off x="2605314" y="2264229"/>
              <a:ext cx="1770743" cy="1770743"/>
            </a:xfrm>
            <a:prstGeom prst="ellipse">
              <a:avLst/>
            </a:prstGeom>
            <a:gradFill>
              <a:gsLst>
                <a:gs pos="0">
                  <a:srgbClr val="3E32E5"/>
                </a:gs>
                <a:gs pos="37000">
                  <a:srgbClr val="185AF6"/>
                </a:gs>
                <a:gs pos="100000">
                  <a:srgbClr val="0097FE"/>
                </a:gs>
              </a:gsLst>
              <a:path path="circle">
                <a:fillToRect t="100000" r="100000"/>
              </a:path>
              <a:tileRect l="-100000" b="-10000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102" name="Google Shape;102;p1"/>
            <p:cNvSpPr/>
            <p:nvPr/>
          </p:nvSpPr>
          <p:spPr>
            <a:xfrm>
              <a:off x="2899230" y="2148114"/>
              <a:ext cx="1473199" cy="1451429"/>
            </a:xfrm>
            <a:prstGeom prst="ellipse">
              <a:avLst/>
            </a:prstGeom>
            <a:solidFill>
              <a:schemeClr val="lt1">
                <a:alpha val="67843"/>
              </a:scheme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grpSp>
      <p:grpSp>
        <p:nvGrpSpPr>
          <p:cNvPr id="103" name="Google Shape;103;p1"/>
          <p:cNvGrpSpPr/>
          <p:nvPr/>
        </p:nvGrpSpPr>
        <p:grpSpPr>
          <a:xfrm>
            <a:off x="9810644" y="1856014"/>
            <a:ext cx="534664" cy="569724"/>
            <a:chOff x="2605314" y="2148114"/>
            <a:chExt cx="1770743" cy="1886858"/>
          </a:xfrm>
        </p:grpSpPr>
        <p:sp>
          <p:nvSpPr>
            <p:cNvPr id="104" name="Google Shape;104;p1"/>
            <p:cNvSpPr/>
            <p:nvPr/>
          </p:nvSpPr>
          <p:spPr>
            <a:xfrm>
              <a:off x="2605314" y="2264229"/>
              <a:ext cx="1770743" cy="1770743"/>
            </a:xfrm>
            <a:prstGeom prst="ellipse">
              <a:avLst/>
            </a:prstGeom>
            <a:gradFill>
              <a:gsLst>
                <a:gs pos="0">
                  <a:srgbClr val="3E32E5"/>
                </a:gs>
                <a:gs pos="37000">
                  <a:srgbClr val="185AF6"/>
                </a:gs>
                <a:gs pos="100000">
                  <a:srgbClr val="0097FE"/>
                </a:gs>
              </a:gsLst>
              <a:path path="circle">
                <a:fillToRect t="100000" r="100000"/>
              </a:path>
              <a:tileRect l="-100000" b="-10000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105" name="Google Shape;105;p1"/>
            <p:cNvSpPr/>
            <p:nvPr/>
          </p:nvSpPr>
          <p:spPr>
            <a:xfrm>
              <a:off x="2899230" y="2148114"/>
              <a:ext cx="1473199" cy="1451429"/>
            </a:xfrm>
            <a:prstGeom prst="ellipse">
              <a:avLst/>
            </a:prstGeom>
            <a:solidFill>
              <a:schemeClr val="lt1">
                <a:alpha val="67843"/>
              </a:scheme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grpSp>
      <p:grpSp>
        <p:nvGrpSpPr>
          <p:cNvPr id="106" name="Google Shape;106;p1"/>
          <p:cNvGrpSpPr/>
          <p:nvPr/>
        </p:nvGrpSpPr>
        <p:grpSpPr>
          <a:xfrm>
            <a:off x="7513778" y="6037943"/>
            <a:ext cx="297962" cy="317500"/>
            <a:chOff x="2605314" y="2148114"/>
            <a:chExt cx="1770743" cy="1886858"/>
          </a:xfrm>
        </p:grpSpPr>
        <p:sp>
          <p:nvSpPr>
            <p:cNvPr id="107" name="Google Shape;107;p1"/>
            <p:cNvSpPr/>
            <p:nvPr/>
          </p:nvSpPr>
          <p:spPr>
            <a:xfrm>
              <a:off x="2605314" y="2264229"/>
              <a:ext cx="1770743" cy="1770743"/>
            </a:xfrm>
            <a:prstGeom prst="ellipse">
              <a:avLst/>
            </a:prstGeom>
            <a:gradFill>
              <a:gsLst>
                <a:gs pos="0">
                  <a:srgbClr val="3E32E5"/>
                </a:gs>
                <a:gs pos="37000">
                  <a:srgbClr val="185AF6"/>
                </a:gs>
                <a:gs pos="100000">
                  <a:srgbClr val="0097FE"/>
                </a:gs>
              </a:gsLst>
              <a:path path="circle">
                <a:fillToRect t="100000" r="100000"/>
              </a:path>
              <a:tileRect l="-100000" b="-10000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108" name="Google Shape;108;p1"/>
            <p:cNvSpPr/>
            <p:nvPr/>
          </p:nvSpPr>
          <p:spPr>
            <a:xfrm>
              <a:off x="2899230" y="2148114"/>
              <a:ext cx="1473199" cy="1451429"/>
            </a:xfrm>
            <a:prstGeom prst="ellipse">
              <a:avLst/>
            </a:prstGeom>
            <a:solidFill>
              <a:schemeClr val="lt1">
                <a:alpha val="80000"/>
              </a:scheme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grpSp>
      <p:sp>
        <p:nvSpPr>
          <p:cNvPr id="109" name="Google Shape;109;p1"/>
          <p:cNvSpPr txBox="1"/>
          <p:nvPr/>
        </p:nvSpPr>
        <p:spPr>
          <a:xfrm>
            <a:off x="2889792" y="2080949"/>
            <a:ext cx="6650247" cy="156962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50000"/>
              </a:lnSpc>
              <a:spcBef>
                <a:spcPts val="0"/>
              </a:spcBef>
              <a:spcAft>
                <a:spcPts val="0"/>
              </a:spcAft>
              <a:buClr>
                <a:srgbClr val="000000"/>
              </a:buClr>
              <a:buSzTx/>
              <a:buFont typeface="Arial"/>
              <a:buNone/>
              <a:tabLst/>
              <a:defRPr/>
            </a:pPr>
            <a:r>
              <a:rPr lang="en-US" sz="3200" kern="0" dirty="0">
                <a:solidFill>
                  <a:srgbClr val="FFFFFF"/>
                </a:solidFill>
                <a:latin typeface="Arial Black"/>
                <a:cs typeface="Arial"/>
                <a:sym typeface="Arial Black"/>
              </a:rPr>
              <a:t>Méthode de regression en Datamining</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2" name="ZoneTexte 1">
            <a:extLst>
              <a:ext uri="{FF2B5EF4-FFF2-40B4-BE49-F238E27FC236}">
                <a16:creationId xmlns:a16="http://schemas.microsoft.com/office/drawing/2014/main" id="{BD944771-33AE-D34F-4234-C19A1C94AF1A}"/>
              </a:ext>
            </a:extLst>
          </p:cNvPr>
          <p:cNvSpPr txBox="1"/>
          <p:nvPr/>
        </p:nvSpPr>
        <p:spPr>
          <a:xfrm>
            <a:off x="249299" y="6169344"/>
            <a:ext cx="3112654" cy="369332"/>
          </a:xfrm>
          <a:prstGeom prst="rect">
            <a:avLst/>
          </a:prstGeom>
          <a:noFill/>
        </p:spPr>
        <p:txBody>
          <a:bodyPr wrap="square" rtlCol="0">
            <a:spAutoFit/>
          </a:bodyPr>
          <a:lstStyle/>
          <a:p>
            <a:r>
              <a:rPr lang="fr-FR" b="1" dirty="0">
                <a:solidFill>
                  <a:schemeClr val="bg1"/>
                </a:solidFill>
                <a:latin typeface="Agency FB" panose="020B0503020202020204" pitchFamily="34" charset="0"/>
              </a:rPr>
              <a:t>L3 MAE</a:t>
            </a:r>
          </a:p>
        </p:txBody>
      </p:sp>
      <p:sp>
        <p:nvSpPr>
          <p:cNvPr id="3" name="ZoneTexte 2">
            <a:extLst>
              <a:ext uri="{FF2B5EF4-FFF2-40B4-BE49-F238E27FC236}">
                <a16:creationId xmlns:a16="http://schemas.microsoft.com/office/drawing/2014/main" id="{EF97FA9D-6806-62C7-9649-6020119A3E94}"/>
              </a:ext>
            </a:extLst>
          </p:cNvPr>
          <p:cNvSpPr txBox="1"/>
          <p:nvPr/>
        </p:nvSpPr>
        <p:spPr>
          <a:xfrm>
            <a:off x="11009499" y="6169344"/>
            <a:ext cx="1219199" cy="369332"/>
          </a:xfrm>
          <a:prstGeom prst="rect">
            <a:avLst/>
          </a:prstGeom>
          <a:noFill/>
        </p:spPr>
        <p:txBody>
          <a:bodyPr wrap="square" rtlCol="0">
            <a:spAutoFit/>
          </a:bodyPr>
          <a:lstStyle/>
          <a:p>
            <a:r>
              <a:rPr lang="fr-FR" b="1" dirty="0">
                <a:solidFill>
                  <a:schemeClr val="accent2">
                    <a:lumMod val="60000"/>
                    <a:lumOff val="40000"/>
                  </a:schemeClr>
                </a:solidFill>
                <a:latin typeface="Agency FB" panose="020B0503020202020204" pitchFamily="34" charset="0"/>
              </a:rPr>
              <a:t>GROUPE ISM</a:t>
            </a:r>
          </a:p>
        </p:txBody>
      </p:sp>
      <p:sp>
        <p:nvSpPr>
          <p:cNvPr id="4" name="ZoneTexte 3">
            <a:extLst>
              <a:ext uri="{FF2B5EF4-FFF2-40B4-BE49-F238E27FC236}">
                <a16:creationId xmlns:a16="http://schemas.microsoft.com/office/drawing/2014/main" id="{96A153A5-90CF-9967-77CD-FEC7CFFA1357}"/>
              </a:ext>
            </a:extLst>
          </p:cNvPr>
          <p:cNvSpPr txBox="1"/>
          <p:nvPr/>
        </p:nvSpPr>
        <p:spPr>
          <a:xfrm>
            <a:off x="4850906" y="5967968"/>
            <a:ext cx="3112654" cy="738664"/>
          </a:xfrm>
          <a:prstGeom prst="rect">
            <a:avLst/>
          </a:prstGeom>
          <a:noFill/>
        </p:spPr>
        <p:txBody>
          <a:bodyPr wrap="square" rtlCol="0">
            <a:spAutoFit/>
          </a:bodyPr>
          <a:lstStyle/>
          <a:p>
            <a:pPr algn="ctr"/>
            <a:r>
              <a:rPr lang="fr-FR" sz="1400" b="1" dirty="0">
                <a:solidFill>
                  <a:schemeClr val="bg1"/>
                </a:solidFill>
                <a:latin typeface="Agency FB" panose="020B0503020202020204" pitchFamily="34" charset="0"/>
              </a:rPr>
              <a:t>Ahmeth Bachir DIOUF</a:t>
            </a:r>
          </a:p>
          <a:p>
            <a:pPr algn="ctr"/>
            <a:r>
              <a:rPr lang="fr-FR" sz="1400" b="1" dirty="0">
                <a:solidFill>
                  <a:schemeClr val="bg1"/>
                </a:solidFill>
                <a:latin typeface="Agency FB" panose="020B0503020202020204" pitchFamily="34" charset="0"/>
              </a:rPr>
              <a:t>Ingénieur Statisticien Economiste</a:t>
            </a:r>
          </a:p>
          <a:p>
            <a:pPr algn="ctr"/>
            <a:r>
              <a:rPr lang="fr-FR" sz="1400" b="1" dirty="0">
                <a:solidFill>
                  <a:schemeClr val="bg1"/>
                </a:solidFill>
                <a:latin typeface="Agency FB" panose="020B0503020202020204" pitchFamily="34" charset="0"/>
              </a:rPr>
              <a:t>Chargé d’étude à l’ANSD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86"/>
                                        </p:tgtEl>
                                        <p:attrNameLst>
                                          <p:attrName>style.visibility</p:attrName>
                                        </p:attrNameLst>
                                      </p:cBhvr>
                                      <p:to>
                                        <p:strVal val="visible"/>
                                      </p:to>
                                    </p:set>
                                    <p:anim calcmode="lin" valueType="num">
                                      <p:cBhvr additive="base">
                                        <p:cTn id="7" dur="500"/>
                                        <p:tgtEl>
                                          <p:spTgt spid="86"/>
                                        </p:tgtEl>
                                        <p:attrNameLst>
                                          <p:attrName>ppt_w</p:attrName>
                                        </p:attrNameLst>
                                      </p:cBhvr>
                                      <p:tavLst>
                                        <p:tav tm="0">
                                          <p:val>
                                            <p:strVal val="0"/>
                                          </p:val>
                                        </p:tav>
                                        <p:tav tm="100000">
                                          <p:val>
                                            <p:strVal val="#ppt_w"/>
                                          </p:val>
                                        </p:tav>
                                      </p:tavLst>
                                    </p:anim>
                                    <p:anim calcmode="lin" valueType="num">
                                      <p:cBhvr additive="base">
                                        <p:cTn id="8" dur="500"/>
                                        <p:tgtEl>
                                          <p:spTgt spid="86"/>
                                        </p:tgtEl>
                                        <p:attrNameLst>
                                          <p:attrName>ppt_h</p:attrName>
                                        </p:attrNameLst>
                                      </p:cBhvr>
                                      <p:tavLst>
                                        <p:tav tm="0">
                                          <p:val>
                                            <p:strVal val="0"/>
                                          </p:val>
                                        </p:tav>
                                        <p:tav tm="100000">
                                          <p:val>
                                            <p:strVal val="#ppt_h"/>
                                          </p:val>
                                        </p:tav>
                                      </p:tavLst>
                                    </p:anim>
                                  </p:childTnLst>
                                </p:cTn>
                              </p:par>
                              <p:par>
                                <p:cTn id="9" presetID="23" presetClass="entr" presetSubtype="16" fill="hold" nodeType="withEffect">
                                  <p:stCondLst>
                                    <p:cond delay="250"/>
                                  </p:stCondLst>
                                  <p:childTnLst>
                                    <p:set>
                                      <p:cBhvr>
                                        <p:cTn id="10" dur="1" fill="hold">
                                          <p:stCondLst>
                                            <p:cond delay="0"/>
                                          </p:stCondLst>
                                        </p:cTn>
                                        <p:tgtEl>
                                          <p:spTgt spid="85"/>
                                        </p:tgtEl>
                                        <p:attrNameLst>
                                          <p:attrName>style.visibility</p:attrName>
                                        </p:attrNameLst>
                                      </p:cBhvr>
                                      <p:to>
                                        <p:strVal val="visible"/>
                                      </p:to>
                                    </p:set>
                                    <p:anim calcmode="lin" valueType="num">
                                      <p:cBhvr additive="base">
                                        <p:cTn id="11" dur="500"/>
                                        <p:tgtEl>
                                          <p:spTgt spid="85"/>
                                        </p:tgtEl>
                                        <p:attrNameLst>
                                          <p:attrName>ppt_w</p:attrName>
                                        </p:attrNameLst>
                                      </p:cBhvr>
                                      <p:tavLst>
                                        <p:tav tm="0">
                                          <p:val>
                                            <p:strVal val="0"/>
                                          </p:val>
                                        </p:tav>
                                        <p:tav tm="100000">
                                          <p:val>
                                            <p:strVal val="#ppt_w"/>
                                          </p:val>
                                        </p:tav>
                                      </p:tavLst>
                                    </p:anim>
                                    <p:anim calcmode="lin" valueType="num">
                                      <p:cBhvr additive="base">
                                        <p:cTn id="12" dur="500"/>
                                        <p:tgtEl>
                                          <p:spTgt spid="85"/>
                                        </p:tgtEl>
                                        <p:attrNameLst>
                                          <p:attrName>ppt_h</p:attrName>
                                        </p:attrNameLst>
                                      </p:cBhvr>
                                      <p:tavLst>
                                        <p:tav tm="0">
                                          <p:val>
                                            <p:strVal val="0"/>
                                          </p:val>
                                        </p:tav>
                                        <p:tav tm="100000">
                                          <p:val>
                                            <p:strVal val="#ppt_h"/>
                                          </p:val>
                                        </p:tav>
                                      </p:tavLst>
                                    </p:anim>
                                  </p:childTnLst>
                                </p:cTn>
                              </p:par>
                            </p:childTnLst>
                          </p:cTn>
                        </p:par>
                        <p:par>
                          <p:cTn id="13" fill="hold">
                            <p:stCondLst>
                              <p:cond delay="500"/>
                            </p:stCondLst>
                            <p:childTnLst>
                              <p:par>
                                <p:cTn id="14" presetID="23" presetClass="entr" presetSubtype="16" fill="hold" nodeType="afterEffect">
                                  <p:stCondLst>
                                    <p:cond delay="0"/>
                                  </p:stCondLst>
                                  <p:childTnLst>
                                    <p:set>
                                      <p:cBhvr>
                                        <p:cTn id="15" dur="1" fill="hold">
                                          <p:stCondLst>
                                            <p:cond delay="0"/>
                                          </p:stCondLst>
                                        </p:cTn>
                                        <p:tgtEl>
                                          <p:spTgt spid="100"/>
                                        </p:tgtEl>
                                        <p:attrNameLst>
                                          <p:attrName>style.visibility</p:attrName>
                                        </p:attrNameLst>
                                      </p:cBhvr>
                                      <p:to>
                                        <p:strVal val="visible"/>
                                      </p:to>
                                    </p:set>
                                    <p:anim calcmode="lin" valueType="num">
                                      <p:cBhvr additive="base">
                                        <p:cTn id="16" dur="500"/>
                                        <p:tgtEl>
                                          <p:spTgt spid="100"/>
                                        </p:tgtEl>
                                        <p:attrNameLst>
                                          <p:attrName>ppt_w</p:attrName>
                                        </p:attrNameLst>
                                      </p:cBhvr>
                                      <p:tavLst>
                                        <p:tav tm="0">
                                          <p:val>
                                            <p:strVal val="0"/>
                                          </p:val>
                                        </p:tav>
                                        <p:tav tm="100000">
                                          <p:val>
                                            <p:strVal val="#ppt_w"/>
                                          </p:val>
                                        </p:tav>
                                      </p:tavLst>
                                    </p:anim>
                                    <p:anim calcmode="lin" valueType="num">
                                      <p:cBhvr additive="base">
                                        <p:cTn id="17" dur="500"/>
                                        <p:tgtEl>
                                          <p:spTgt spid="100"/>
                                        </p:tgtEl>
                                        <p:attrNameLst>
                                          <p:attrName>ppt_h</p:attrName>
                                        </p:attrNameLst>
                                      </p:cBhvr>
                                      <p:tavLst>
                                        <p:tav tm="0">
                                          <p:val>
                                            <p:strVal val="0"/>
                                          </p:val>
                                        </p:tav>
                                        <p:tav tm="100000">
                                          <p:val>
                                            <p:strVal val="#ppt_h"/>
                                          </p:val>
                                        </p:tav>
                                      </p:tavLst>
                                    </p:anim>
                                  </p:childTnLst>
                                </p:cTn>
                              </p:par>
                              <p:par>
                                <p:cTn id="18" presetID="23" presetClass="entr" presetSubtype="16" fill="hold" nodeType="withEffect">
                                  <p:stCondLst>
                                    <p:cond delay="0"/>
                                  </p:stCondLst>
                                  <p:childTnLst>
                                    <p:set>
                                      <p:cBhvr>
                                        <p:cTn id="19" dur="1" fill="hold">
                                          <p:stCondLst>
                                            <p:cond delay="0"/>
                                          </p:stCondLst>
                                        </p:cTn>
                                        <p:tgtEl>
                                          <p:spTgt spid="103"/>
                                        </p:tgtEl>
                                        <p:attrNameLst>
                                          <p:attrName>style.visibility</p:attrName>
                                        </p:attrNameLst>
                                      </p:cBhvr>
                                      <p:to>
                                        <p:strVal val="visible"/>
                                      </p:to>
                                    </p:set>
                                    <p:anim calcmode="lin" valueType="num">
                                      <p:cBhvr additive="base">
                                        <p:cTn id="20" dur="500"/>
                                        <p:tgtEl>
                                          <p:spTgt spid="103"/>
                                        </p:tgtEl>
                                        <p:attrNameLst>
                                          <p:attrName>ppt_w</p:attrName>
                                        </p:attrNameLst>
                                      </p:cBhvr>
                                      <p:tavLst>
                                        <p:tav tm="0">
                                          <p:val>
                                            <p:strVal val="0"/>
                                          </p:val>
                                        </p:tav>
                                        <p:tav tm="100000">
                                          <p:val>
                                            <p:strVal val="#ppt_w"/>
                                          </p:val>
                                        </p:tav>
                                      </p:tavLst>
                                    </p:anim>
                                    <p:anim calcmode="lin" valueType="num">
                                      <p:cBhvr additive="base">
                                        <p:cTn id="21" dur="500"/>
                                        <p:tgtEl>
                                          <p:spTgt spid="103"/>
                                        </p:tgtEl>
                                        <p:attrNameLst>
                                          <p:attrName>ppt_h</p:attrName>
                                        </p:attrNameLst>
                                      </p:cBhvr>
                                      <p:tavLst>
                                        <p:tav tm="0">
                                          <p:val>
                                            <p:strVal val="0"/>
                                          </p:val>
                                        </p:tav>
                                        <p:tav tm="100000">
                                          <p:val>
                                            <p:strVal val="#ppt_h"/>
                                          </p:val>
                                        </p:tav>
                                      </p:tavLst>
                                    </p:anim>
                                  </p:childTnLst>
                                </p:cTn>
                              </p:par>
                              <p:par>
                                <p:cTn id="22" presetID="23" presetClass="entr" presetSubtype="16" fill="hold" nodeType="withEffect">
                                  <p:stCondLst>
                                    <p:cond delay="0"/>
                                  </p:stCondLst>
                                  <p:childTnLst>
                                    <p:set>
                                      <p:cBhvr>
                                        <p:cTn id="23" dur="1" fill="hold">
                                          <p:stCondLst>
                                            <p:cond delay="0"/>
                                          </p:stCondLst>
                                        </p:cTn>
                                        <p:tgtEl>
                                          <p:spTgt spid="88"/>
                                        </p:tgtEl>
                                        <p:attrNameLst>
                                          <p:attrName>style.visibility</p:attrName>
                                        </p:attrNameLst>
                                      </p:cBhvr>
                                      <p:to>
                                        <p:strVal val="visible"/>
                                      </p:to>
                                    </p:set>
                                    <p:anim calcmode="lin" valueType="num">
                                      <p:cBhvr additive="base">
                                        <p:cTn id="24" dur="500"/>
                                        <p:tgtEl>
                                          <p:spTgt spid="88"/>
                                        </p:tgtEl>
                                        <p:attrNameLst>
                                          <p:attrName>ppt_w</p:attrName>
                                        </p:attrNameLst>
                                      </p:cBhvr>
                                      <p:tavLst>
                                        <p:tav tm="0">
                                          <p:val>
                                            <p:strVal val="0"/>
                                          </p:val>
                                        </p:tav>
                                        <p:tav tm="100000">
                                          <p:val>
                                            <p:strVal val="#ppt_w"/>
                                          </p:val>
                                        </p:tav>
                                      </p:tavLst>
                                    </p:anim>
                                    <p:anim calcmode="lin" valueType="num">
                                      <p:cBhvr additive="base">
                                        <p:cTn id="25" dur="500"/>
                                        <p:tgtEl>
                                          <p:spTgt spid="88"/>
                                        </p:tgtEl>
                                        <p:attrNameLst>
                                          <p:attrName>ppt_h</p:attrName>
                                        </p:attrNameLst>
                                      </p:cBhvr>
                                      <p:tavLst>
                                        <p:tav tm="0">
                                          <p:val>
                                            <p:strVal val="0"/>
                                          </p:val>
                                        </p:tav>
                                        <p:tav tm="100000">
                                          <p:val>
                                            <p:strVal val="#ppt_h"/>
                                          </p:val>
                                        </p:tav>
                                      </p:tavLst>
                                    </p:anim>
                                  </p:childTnLst>
                                </p:cTn>
                              </p:par>
                              <p:par>
                                <p:cTn id="26" presetID="23" presetClass="entr" presetSubtype="16" fill="hold" nodeType="withEffect">
                                  <p:stCondLst>
                                    <p:cond delay="0"/>
                                  </p:stCondLst>
                                  <p:childTnLst>
                                    <p:set>
                                      <p:cBhvr>
                                        <p:cTn id="27" dur="1" fill="hold">
                                          <p:stCondLst>
                                            <p:cond delay="0"/>
                                          </p:stCondLst>
                                        </p:cTn>
                                        <p:tgtEl>
                                          <p:spTgt spid="94"/>
                                        </p:tgtEl>
                                        <p:attrNameLst>
                                          <p:attrName>style.visibility</p:attrName>
                                        </p:attrNameLst>
                                      </p:cBhvr>
                                      <p:to>
                                        <p:strVal val="visible"/>
                                      </p:to>
                                    </p:set>
                                    <p:anim calcmode="lin" valueType="num">
                                      <p:cBhvr additive="base">
                                        <p:cTn id="28" dur="500"/>
                                        <p:tgtEl>
                                          <p:spTgt spid="94"/>
                                        </p:tgtEl>
                                        <p:attrNameLst>
                                          <p:attrName>ppt_w</p:attrName>
                                        </p:attrNameLst>
                                      </p:cBhvr>
                                      <p:tavLst>
                                        <p:tav tm="0">
                                          <p:val>
                                            <p:strVal val="0"/>
                                          </p:val>
                                        </p:tav>
                                        <p:tav tm="100000">
                                          <p:val>
                                            <p:strVal val="#ppt_w"/>
                                          </p:val>
                                        </p:tav>
                                      </p:tavLst>
                                    </p:anim>
                                    <p:anim calcmode="lin" valueType="num">
                                      <p:cBhvr additive="base">
                                        <p:cTn id="29" dur="500"/>
                                        <p:tgtEl>
                                          <p:spTgt spid="94"/>
                                        </p:tgtEl>
                                        <p:attrNameLst>
                                          <p:attrName>ppt_h</p:attrName>
                                        </p:attrNameLst>
                                      </p:cBhvr>
                                      <p:tavLst>
                                        <p:tav tm="0">
                                          <p:val>
                                            <p:strVal val="0"/>
                                          </p:val>
                                        </p:tav>
                                        <p:tav tm="100000">
                                          <p:val>
                                            <p:strVal val="#ppt_h"/>
                                          </p:val>
                                        </p:tav>
                                      </p:tavLst>
                                    </p:anim>
                                  </p:childTnLst>
                                </p:cTn>
                              </p:par>
                              <p:par>
                                <p:cTn id="30" presetID="23" presetClass="entr" presetSubtype="16" fill="hold" nodeType="withEffect">
                                  <p:stCondLst>
                                    <p:cond delay="0"/>
                                  </p:stCondLst>
                                  <p:childTnLst>
                                    <p:set>
                                      <p:cBhvr>
                                        <p:cTn id="31" dur="1" fill="hold">
                                          <p:stCondLst>
                                            <p:cond delay="0"/>
                                          </p:stCondLst>
                                        </p:cTn>
                                        <p:tgtEl>
                                          <p:spTgt spid="91"/>
                                        </p:tgtEl>
                                        <p:attrNameLst>
                                          <p:attrName>style.visibility</p:attrName>
                                        </p:attrNameLst>
                                      </p:cBhvr>
                                      <p:to>
                                        <p:strVal val="visible"/>
                                      </p:to>
                                    </p:set>
                                    <p:anim calcmode="lin" valueType="num">
                                      <p:cBhvr additive="base">
                                        <p:cTn id="32" dur="500"/>
                                        <p:tgtEl>
                                          <p:spTgt spid="91"/>
                                        </p:tgtEl>
                                        <p:attrNameLst>
                                          <p:attrName>ppt_w</p:attrName>
                                        </p:attrNameLst>
                                      </p:cBhvr>
                                      <p:tavLst>
                                        <p:tav tm="0">
                                          <p:val>
                                            <p:strVal val="0"/>
                                          </p:val>
                                        </p:tav>
                                        <p:tav tm="100000">
                                          <p:val>
                                            <p:strVal val="#ppt_w"/>
                                          </p:val>
                                        </p:tav>
                                      </p:tavLst>
                                    </p:anim>
                                    <p:anim calcmode="lin" valueType="num">
                                      <p:cBhvr additive="base">
                                        <p:cTn id="33" dur="500"/>
                                        <p:tgtEl>
                                          <p:spTgt spid="91"/>
                                        </p:tgtEl>
                                        <p:attrNameLst>
                                          <p:attrName>ppt_h</p:attrName>
                                        </p:attrNameLst>
                                      </p:cBhvr>
                                      <p:tavLst>
                                        <p:tav tm="0">
                                          <p:val>
                                            <p:strVal val="0"/>
                                          </p:val>
                                        </p:tav>
                                        <p:tav tm="100000">
                                          <p:val>
                                            <p:strVal val="#ppt_h"/>
                                          </p:val>
                                        </p:tav>
                                      </p:tavLst>
                                    </p:anim>
                                  </p:childTnLst>
                                </p:cTn>
                              </p:par>
                              <p:par>
                                <p:cTn id="34" presetID="23" presetClass="entr" presetSubtype="16" fill="hold" nodeType="withEffect">
                                  <p:stCondLst>
                                    <p:cond delay="0"/>
                                  </p:stCondLst>
                                  <p:childTnLst>
                                    <p:set>
                                      <p:cBhvr>
                                        <p:cTn id="35" dur="1" fill="hold">
                                          <p:stCondLst>
                                            <p:cond delay="0"/>
                                          </p:stCondLst>
                                        </p:cTn>
                                        <p:tgtEl>
                                          <p:spTgt spid="97"/>
                                        </p:tgtEl>
                                        <p:attrNameLst>
                                          <p:attrName>style.visibility</p:attrName>
                                        </p:attrNameLst>
                                      </p:cBhvr>
                                      <p:to>
                                        <p:strVal val="visible"/>
                                      </p:to>
                                    </p:set>
                                    <p:anim calcmode="lin" valueType="num">
                                      <p:cBhvr additive="base">
                                        <p:cTn id="36" dur="500"/>
                                        <p:tgtEl>
                                          <p:spTgt spid="97"/>
                                        </p:tgtEl>
                                        <p:attrNameLst>
                                          <p:attrName>ppt_w</p:attrName>
                                        </p:attrNameLst>
                                      </p:cBhvr>
                                      <p:tavLst>
                                        <p:tav tm="0">
                                          <p:val>
                                            <p:strVal val="0"/>
                                          </p:val>
                                        </p:tav>
                                        <p:tav tm="100000">
                                          <p:val>
                                            <p:strVal val="#ppt_w"/>
                                          </p:val>
                                        </p:tav>
                                      </p:tavLst>
                                    </p:anim>
                                    <p:anim calcmode="lin" valueType="num">
                                      <p:cBhvr additive="base">
                                        <p:cTn id="37" dur="500"/>
                                        <p:tgtEl>
                                          <p:spTgt spid="97"/>
                                        </p:tgtEl>
                                        <p:attrNameLst>
                                          <p:attrName>ppt_h</p:attrName>
                                        </p:attrNameLst>
                                      </p:cBhvr>
                                      <p:tavLst>
                                        <p:tav tm="0">
                                          <p:val>
                                            <p:strVal val="0"/>
                                          </p:val>
                                        </p:tav>
                                        <p:tav tm="100000">
                                          <p:val>
                                            <p:strVal val="#ppt_h"/>
                                          </p:val>
                                        </p:tav>
                                      </p:tavLst>
                                    </p:anim>
                                  </p:childTnLst>
                                </p:cTn>
                              </p:par>
                              <p:par>
                                <p:cTn id="38" presetID="23" presetClass="entr" presetSubtype="16" fill="hold" nodeType="withEffect">
                                  <p:stCondLst>
                                    <p:cond delay="0"/>
                                  </p:stCondLst>
                                  <p:childTnLst>
                                    <p:set>
                                      <p:cBhvr>
                                        <p:cTn id="39" dur="1" fill="hold">
                                          <p:stCondLst>
                                            <p:cond delay="0"/>
                                          </p:stCondLst>
                                        </p:cTn>
                                        <p:tgtEl>
                                          <p:spTgt spid="106"/>
                                        </p:tgtEl>
                                        <p:attrNameLst>
                                          <p:attrName>style.visibility</p:attrName>
                                        </p:attrNameLst>
                                      </p:cBhvr>
                                      <p:to>
                                        <p:strVal val="visible"/>
                                      </p:to>
                                    </p:set>
                                    <p:anim calcmode="lin" valueType="num">
                                      <p:cBhvr additive="base">
                                        <p:cTn id="40" dur="500"/>
                                        <p:tgtEl>
                                          <p:spTgt spid="106"/>
                                        </p:tgtEl>
                                        <p:attrNameLst>
                                          <p:attrName>ppt_w</p:attrName>
                                        </p:attrNameLst>
                                      </p:cBhvr>
                                      <p:tavLst>
                                        <p:tav tm="0">
                                          <p:val>
                                            <p:strVal val="0"/>
                                          </p:val>
                                        </p:tav>
                                        <p:tav tm="100000">
                                          <p:val>
                                            <p:strVal val="#ppt_w"/>
                                          </p:val>
                                        </p:tav>
                                      </p:tavLst>
                                    </p:anim>
                                    <p:anim calcmode="lin" valueType="num">
                                      <p:cBhvr additive="base">
                                        <p:cTn id="41" dur="500"/>
                                        <p:tgtEl>
                                          <p:spTgt spid="106"/>
                                        </p:tgtEl>
                                        <p:attrNameLst>
                                          <p:attrName>ppt_h</p:attrName>
                                        </p:attrNameLst>
                                      </p:cBhvr>
                                      <p:tavLst>
                                        <p:tav tm="0">
                                          <p:val>
                                            <p:strVal val="0"/>
                                          </p:val>
                                        </p:tav>
                                        <p:tav tm="100000">
                                          <p:val>
                                            <p:strVal val="#ppt_h"/>
                                          </p:val>
                                        </p:tav>
                                      </p:tavLst>
                                    </p:anim>
                                  </p:childTnLst>
                                </p:cTn>
                              </p:par>
                              <p:par>
                                <p:cTn id="42" presetID="23" presetClass="entr" presetSubtype="16" fill="hold" nodeType="withEffect">
                                  <p:stCondLst>
                                    <p:cond delay="0"/>
                                  </p:stCondLst>
                                  <p:childTnLst>
                                    <p:set>
                                      <p:cBhvr>
                                        <p:cTn id="43" dur="1" fill="hold">
                                          <p:stCondLst>
                                            <p:cond delay="0"/>
                                          </p:stCondLst>
                                        </p:cTn>
                                        <p:tgtEl>
                                          <p:spTgt spid="109"/>
                                        </p:tgtEl>
                                        <p:attrNameLst>
                                          <p:attrName>style.visibility</p:attrName>
                                        </p:attrNameLst>
                                      </p:cBhvr>
                                      <p:to>
                                        <p:strVal val="visible"/>
                                      </p:to>
                                    </p:set>
                                    <p:anim calcmode="lin" valueType="num">
                                      <p:cBhvr additive="base">
                                        <p:cTn id="44" dur="500"/>
                                        <p:tgtEl>
                                          <p:spTgt spid="109"/>
                                        </p:tgtEl>
                                        <p:attrNameLst>
                                          <p:attrName>ppt_w</p:attrName>
                                        </p:attrNameLst>
                                      </p:cBhvr>
                                      <p:tavLst>
                                        <p:tav tm="0">
                                          <p:val>
                                            <p:strVal val="0"/>
                                          </p:val>
                                        </p:tav>
                                        <p:tav tm="100000">
                                          <p:val>
                                            <p:strVal val="#ppt_w"/>
                                          </p:val>
                                        </p:tav>
                                      </p:tavLst>
                                    </p:anim>
                                    <p:anim calcmode="lin" valueType="num">
                                      <p:cBhvr additive="base">
                                        <p:cTn id="45" dur="500"/>
                                        <p:tgtEl>
                                          <p:spTgt spid="109"/>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26" name="Oval 225">
            <a:extLst>
              <a:ext uri="{FF2B5EF4-FFF2-40B4-BE49-F238E27FC236}">
                <a16:creationId xmlns:a16="http://schemas.microsoft.com/office/drawing/2014/main" id="{7E12435D-BC25-42FE-BF75-C6325CACA0BC}"/>
              </a:ext>
            </a:extLst>
          </p:cNvPr>
          <p:cNvSpPr/>
          <p:nvPr/>
        </p:nvSpPr>
        <p:spPr>
          <a:xfrm>
            <a:off x="2196359" y="4771319"/>
            <a:ext cx="2708474" cy="685188"/>
          </a:xfrm>
          <a:prstGeom prst="ellipse">
            <a:avLst/>
          </a:prstGeom>
          <a:gradFill flip="none" rotWithShape="1">
            <a:gsLst>
              <a:gs pos="0">
                <a:schemeClr val="tx1"/>
              </a:gs>
              <a:gs pos="70000">
                <a:srgbClr val="E7E7E7"/>
              </a:gs>
            </a:gsLst>
            <a:path path="circle">
              <a:fillToRect l="50000" t="50000" r="50000" b="50000"/>
            </a:path>
            <a:tileRect/>
          </a:gra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Oval 226">
            <a:extLst>
              <a:ext uri="{FF2B5EF4-FFF2-40B4-BE49-F238E27FC236}">
                <a16:creationId xmlns:a16="http://schemas.microsoft.com/office/drawing/2014/main" id="{2B6C7989-5D9F-4A40-A060-7231C1B72BEA}"/>
              </a:ext>
            </a:extLst>
          </p:cNvPr>
          <p:cNvSpPr/>
          <p:nvPr/>
        </p:nvSpPr>
        <p:spPr>
          <a:xfrm>
            <a:off x="4579851" y="5314863"/>
            <a:ext cx="2708474" cy="685188"/>
          </a:xfrm>
          <a:prstGeom prst="ellipse">
            <a:avLst/>
          </a:prstGeom>
          <a:gradFill flip="none" rotWithShape="1">
            <a:gsLst>
              <a:gs pos="0">
                <a:schemeClr val="tx1"/>
              </a:gs>
              <a:gs pos="70000">
                <a:srgbClr val="E7E7E7"/>
              </a:gs>
            </a:gsLst>
            <a:path path="circle">
              <a:fillToRect l="50000" t="50000" r="50000" b="50000"/>
            </a:path>
            <a:tileRect/>
          </a:gra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Oval 227">
            <a:extLst>
              <a:ext uri="{FF2B5EF4-FFF2-40B4-BE49-F238E27FC236}">
                <a16:creationId xmlns:a16="http://schemas.microsoft.com/office/drawing/2014/main" id="{EAAE7725-9B1B-4F4A-8C0D-C910280CCE28}"/>
              </a:ext>
            </a:extLst>
          </p:cNvPr>
          <p:cNvSpPr/>
          <p:nvPr/>
        </p:nvSpPr>
        <p:spPr>
          <a:xfrm>
            <a:off x="7439921" y="4583886"/>
            <a:ext cx="2708474" cy="685188"/>
          </a:xfrm>
          <a:prstGeom prst="ellipse">
            <a:avLst/>
          </a:prstGeom>
          <a:gradFill flip="none" rotWithShape="1">
            <a:gsLst>
              <a:gs pos="0">
                <a:schemeClr val="tx1"/>
              </a:gs>
              <a:gs pos="70000">
                <a:srgbClr val="E7E7E7"/>
              </a:gs>
            </a:gsLst>
            <a:path path="circle">
              <a:fillToRect l="50000" t="50000" r="50000" b="50000"/>
            </a:path>
            <a:tileRect/>
          </a:gra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Oval 228">
            <a:extLst>
              <a:ext uri="{FF2B5EF4-FFF2-40B4-BE49-F238E27FC236}">
                <a16:creationId xmlns:a16="http://schemas.microsoft.com/office/drawing/2014/main" id="{570C9F70-089F-4D88-82D9-C2DA5EC6B5B0}"/>
              </a:ext>
            </a:extLst>
          </p:cNvPr>
          <p:cNvSpPr/>
          <p:nvPr/>
        </p:nvSpPr>
        <p:spPr>
          <a:xfrm>
            <a:off x="7555184" y="2861404"/>
            <a:ext cx="2708474" cy="685188"/>
          </a:xfrm>
          <a:prstGeom prst="ellipse">
            <a:avLst/>
          </a:prstGeom>
          <a:gradFill flip="none" rotWithShape="1">
            <a:gsLst>
              <a:gs pos="0">
                <a:schemeClr val="tx1"/>
              </a:gs>
              <a:gs pos="70000">
                <a:srgbClr val="E7E7E7"/>
              </a:gs>
            </a:gsLst>
            <a:path path="circle">
              <a:fillToRect l="50000" t="50000" r="50000" b="50000"/>
            </a:path>
            <a:tileRect/>
          </a:gra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Oval 224">
            <a:extLst>
              <a:ext uri="{FF2B5EF4-FFF2-40B4-BE49-F238E27FC236}">
                <a16:creationId xmlns:a16="http://schemas.microsoft.com/office/drawing/2014/main" id="{39674245-63D8-4D63-AEE3-089C0985DF7A}"/>
              </a:ext>
            </a:extLst>
          </p:cNvPr>
          <p:cNvSpPr/>
          <p:nvPr/>
        </p:nvSpPr>
        <p:spPr>
          <a:xfrm>
            <a:off x="1848657" y="2831558"/>
            <a:ext cx="2708474" cy="685188"/>
          </a:xfrm>
          <a:prstGeom prst="ellipse">
            <a:avLst/>
          </a:prstGeom>
          <a:gradFill flip="none" rotWithShape="1">
            <a:gsLst>
              <a:gs pos="0">
                <a:schemeClr val="tx1"/>
              </a:gs>
              <a:gs pos="70000">
                <a:srgbClr val="E7E7E7"/>
              </a:gs>
            </a:gsLst>
            <a:path path="circle">
              <a:fillToRect l="50000" t="50000" r="50000" b="50000"/>
            </a:path>
            <a:tileRect/>
          </a:gra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Oval 208">
            <a:extLst>
              <a:ext uri="{FF2B5EF4-FFF2-40B4-BE49-F238E27FC236}">
                <a16:creationId xmlns:a16="http://schemas.microsoft.com/office/drawing/2014/main" id="{E468771D-EB0D-4491-9158-D626274D2FDF}"/>
              </a:ext>
            </a:extLst>
          </p:cNvPr>
          <p:cNvSpPr/>
          <p:nvPr/>
        </p:nvSpPr>
        <p:spPr>
          <a:xfrm>
            <a:off x="2716126" y="2206171"/>
            <a:ext cx="6753233" cy="3282555"/>
          </a:xfrm>
          <a:prstGeom prst="ellipse">
            <a:avLst/>
          </a:prstGeom>
          <a:noFill/>
          <a:ln w="73025">
            <a:solidFill>
              <a:schemeClr val="bg1">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9" name="Group 188">
            <a:extLst>
              <a:ext uri="{FF2B5EF4-FFF2-40B4-BE49-F238E27FC236}">
                <a16:creationId xmlns:a16="http://schemas.microsoft.com/office/drawing/2014/main" id="{240B23CD-35DF-46B8-B87E-D28E5A5AA268}"/>
              </a:ext>
            </a:extLst>
          </p:cNvPr>
          <p:cNvGrpSpPr/>
          <p:nvPr/>
        </p:nvGrpSpPr>
        <p:grpSpPr>
          <a:xfrm>
            <a:off x="2664873" y="2170430"/>
            <a:ext cx="1097280" cy="1097280"/>
            <a:chOff x="2902857" y="4286744"/>
            <a:chExt cx="1242287" cy="1242287"/>
          </a:xfrm>
        </p:grpSpPr>
        <p:sp>
          <p:nvSpPr>
            <p:cNvPr id="187" name="Oval 186">
              <a:extLst>
                <a:ext uri="{FF2B5EF4-FFF2-40B4-BE49-F238E27FC236}">
                  <a16:creationId xmlns:a16="http://schemas.microsoft.com/office/drawing/2014/main" id="{A0FD1FF2-50C8-477D-96AD-91DB747611F3}"/>
                </a:ext>
              </a:extLst>
            </p:cNvPr>
            <p:cNvSpPr/>
            <p:nvPr/>
          </p:nvSpPr>
          <p:spPr>
            <a:xfrm>
              <a:off x="2902857" y="4286744"/>
              <a:ext cx="1242287" cy="1242287"/>
            </a:xfrm>
            <a:prstGeom prst="ellipse">
              <a:avLst/>
            </a:prstGeom>
            <a:solidFill>
              <a:schemeClr val="bg1"/>
            </a:solidFill>
            <a:ln>
              <a:noFill/>
            </a:ln>
            <a:scene3d>
              <a:camera prst="isometricTopUp"/>
              <a:lightRig rig="twoPt" dir="t"/>
            </a:scene3d>
            <a:sp3d extrusionH="317500" prstMaterial="matt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Oval 187">
              <a:extLst>
                <a:ext uri="{FF2B5EF4-FFF2-40B4-BE49-F238E27FC236}">
                  <a16:creationId xmlns:a16="http://schemas.microsoft.com/office/drawing/2014/main" id="{EEC2B607-644F-4DDF-A93A-D17C291F9A28}"/>
                </a:ext>
              </a:extLst>
            </p:cNvPr>
            <p:cNvSpPr/>
            <p:nvPr/>
          </p:nvSpPr>
          <p:spPr>
            <a:xfrm>
              <a:off x="3080313" y="4464200"/>
              <a:ext cx="887373" cy="887373"/>
            </a:xfrm>
            <a:prstGeom prst="ellipse">
              <a:avLst/>
            </a:prstGeom>
            <a:gradFill flip="none" rotWithShape="1">
              <a:gsLst>
                <a:gs pos="0">
                  <a:srgbClr val="FFCC00"/>
                </a:gs>
                <a:gs pos="75000">
                  <a:srgbClr val="CC3300"/>
                </a:gs>
              </a:gsLst>
              <a:lin ang="2700000" scaled="1"/>
              <a:tileRect/>
            </a:gradFill>
            <a:ln>
              <a:noFill/>
            </a:ln>
            <a:scene3d>
              <a:camera prst="isometricTopUp"/>
              <a:lightRig rig="twoPt" dir="t"/>
            </a:scene3d>
            <a:sp3d prstMaterial="matt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5" name="Group 194">
            <a:extLst>
              <a:ext uri="{FF2B5EF4-FFF2-40B4-BE49-F238E27FC236}">
                <a16:creationId xmlns:a16="http://schemas.microsoft.com/office/drawing/2014/main" id="{5BB20F4B-87E3-428D-AD88-D8B9F99FF79E}"/>
              </a:ext>
            </a:extLst>
          </p:cNvPr>
          <p:cNvGrpSpPr/>
          <p:nvPr/>
        </p:nvGrpSpPr>
        <p:grpSpPr>
          <a:xfrm>
            <a:off x="3129389" y="4087293"/>
            <a:ext cx="1097280" cy="1097280"/>
            <a:chOff x="2902857" y="4286744"/>
            <a:chExt cx="1242287" cy="1242287"/>
          </a:xfrm>
        </p:grpSpPr>
        <p:sp>
          <p:nvSpPr>
            <p:cNvPr id="196" name="Oval 195">
              <a:extLst>
                <a:ext uri="{FF2B5EF4-FFF2-40B4-BE49-F238E27FC236}">
                  <a16:creationId xmlns:a16="http://schemas.microsoft.com/office/drawing/2014/main" id="{A88CA04E-F048-4ACD-A42C-4F441CCE88A3}"/>
                </a:ext>
              </a:extLst>
            </p:cNvPr>
            <p:cNvSpPr/>
            <p:nvPr/>
          </p:nvSpPr>
          <p:spPr>
            <a:xfrm>
              <a:off x="2902857" y="4286744"/>
              <a:ext cx="1242287" cy="1242287"/>
            </a:xfrm>
            <a:prstGeom prst="ellipse">
              <a:avLst/>
            </a:prstGeom>
            <a:solidFill>
              <a:schemeClr val="bg1"/>
            </a:solidFill>
            <a:ln>
              <a:noFill/>
            </a:ln>
            <a:scene3d>
              <a:camera prst="isometricTopUp"/>
              <a:lightRig rig="twoPt" dir="t"/>
            </a:scene3d>
            <a:sp3d extrusionH="317500" prstMaterial="matt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Oval 196">
              <a:extLst>
                <a:ext uri="{FF2B5EF4-FFF2-40B4-BE49-F238E27FC236}">
                  <a16:creationId xmlns:a16="http://schemas.microsoft.com/office/drawing/2014/main" id="{8EB5B3C5-02B0-4BA3-B7B8-349228FF19B3}"/>
                </a:ext>
              </a:extLst>
            </p:cNvPr>
            <p:cNvSpPr/>
            <p:nvPr/>
          </p:nvSpPr>
          <p:spPr>
            <a:xfrm>
              <a:off x="3080313" y="4464200"/>
              <a:ext cx="887373" cy="887373"/>
            </a:xfrm>
            <a:prstGeom prst="ellipse">
              <a:avLst/>
            </a:prstGeom>
            <a:gradFill flip="none" rotWithShape="1">
              <a:gsLst>
                <a:gs pos="0">
                  <a:srgbClr val="FF00FF"/>
                </a:gs>
                <a:gs pos="75000">
                  <a:srgbClr val="9900CC"/>
                </a:gs>
              </a:gsLst>
              <a:lin ang="2700000" scaled="1"/>
              <a:tileRect/>
            </a:gradFill>
            <a:ln>
              <a:noFill/>
            </a:ln>
            <a:scene3d>
              <a:camera prst="isometricTopUp"/>
              <a:lightRig rig="twoPt" dir="t"/>
            </a:scene3d>
            <a:sp3d prstMaterial="matt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0" name="Group 199">
            <a:extLst>
              <a:ext uri="{FF2B5EF4-FFF2-40B4-BE49-F238E27FC236}">
                <a16:creationId xmlns:a16="http://schemas.microsoft.com/office/drawing/2014/main" id="{96D8F1C0-3622-401F-9A39-E09C29CD0BDB}"/>
              </a:ext>
            </a:extLst>
          </p:cNvPr>
          <p:cNvGrpSpPr/>
          <p:nvPr/>
        </p:nvGrpSpPr>
        <p:grpSpPr>
          <a:xfrm>
            <a:off x="5530412" y="4614577"/>
            <a:ext cx="1097280" cy="1097280"/>
            <a:chOff x="2902857" y="4286744"/>
            <a:chExt cx="1242287" cy="1242287"/>
          </a:xfrm>
        </p:grpSpPr>
        <p:sp>
          <p:nvSpPr>
            <p:cNvPr id="201" name="Oval 200">
              <a:extLst>
                <a:ext uri="{FF2B5EF4-FFF2-40B4-BE49-F238E27FC236}">
                  <a16:creationId xmlns:a16="http://schemas.microsoft.com/office/drawing/2014/main" id="{66C6BD29-99FE-46BD-B0D9-0FEF134CCF8C}"/>
                </a:ext>
              </a:extLst>
            </p:cNvPr>
            <p:cNvSpPr/>
            <p:nvPr/>
          </p:nvSpPr>
          <p:spPr>
            <a:xfrm>
              <a:off x="2902857" y="4286744"/>
              <a:ext cx="1242287" cy="1242287"/>
            </a:xfrm>
            <a:prstGeom prst="ellipse">
              <a:avLst/>
            </a:prstGeom>
            <a:solidFill>
              <a:schemeClr val="bg1"/>
            </a:solidFill>
            <a:ln>
              <a:noFill/>
            </a:ln>
            <a:scene3d>
              <a:camera prst="isometricTopUp"/>
              <a:lightRig rig="twoPt" dir="t"/>
            </a:scene3d>
            <a:sp3d extrusionH="317500" prstMaterial="matt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Oval 201">
              <a:extLst>
                <a:ext uri="{FF2B5EF4-FFF2-40B4-BE49-F238E27FC236}">
                  <a16:creationId xmlns:a16="http://schemas.microsoft.com/office/drawing/2014/main" id="{76E9BCE0-75FE-4A2F-A19F-6C68BB8F24BE}"/>
                </a:ext>
              </a:extLst>
            </p:cNvPr>
            <p:cNvSpPr/>
            <p:nvPr/>
          </p:nvSpPr>
          <p:spPr>
            <a:xfrm>
              <a:off x="3080313" y="4464200"/>
              <a:ext cx="887373" cy="887373"/>
            </a:xfrm>
            <a:prstGeom prst="ellipse">
              <a:avLst/>
            </a:prstGeom>
            <a:gradFill flip="none" rotWithShape="1">
              <a:gsLst>
                <a:gs pos="0">
                  <a:srgbClr val="00CC99"/>
                </a:gs>
                <a:gs pos="75000">
                  <a:srgbClr val="006666"/>
                </a:gs>
              </a:gsLst>
              <a:lin ang="2700000" scaled="1"/>
              <a:tileRect/>
            </a:gradFill>
            <a:ln>
              <a:noFill/>
            </a:ln>
            <a:scene3d>
              <a:camera prst="isometricTopUp"/>
              <a:lightRig rig="twoPt" dir="t"/>
            </a:scene3d>
            <a:sp3d prstMaterial="matt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5" name="Group 204">
            <a:extLst>
              <a:ext uri="{FF2B5EF4-FFF2-40B4-BE49-F238E27FC236}">
                <a16:creationId xmlns:a16="http://schemas.microsoft.com/office/drawing/2014/main" id="{2F6CAC32-119D-438A-8B89-7B609E7E13BD}"/>
              </a:ext>
            </a:extLst>
          </p:cNvPr>
          <p:cNvGrpSpPr/>
          <p:nvPr/>
        </p:nvGrpSpPr>
        <p:grpSpPr>
          <a:xfrm>
            <a:off x="8495493" y="2180470"/>
            <a:ext cx="1097280" cy="1097280"/>
            <a:chOff x="2902857" y="4286744"/>
            <a:chExt cx="1242287" cy="1242287"/>
          </a:xfrm>
        </p:grpSpPr>
        <p:sp>
          <p:nvSpPr>
            <p:cNvPr id="206" name="Oval 205">
              <a:extLst>
                <a:ext uri="{FF2B5EF4-FFF2-40B4-BE49-F238E27FC236}">
                  <a16:creationId xmlns:a16="http://schemas.microsoft.com/office/drawing/2014/main" id="{A5BAE93E-F3E9-4E59-A7D0-C8FD08DE7242}"/>
                </a:ext>
              </a:extLst>
            </p:cNvPr>
            <p:cNvSpPr/>
            <p:nvPr/>
          </p:nvSpPr>
          <p:spPr>
            <a:xfrm>
              <a:off x="2902857" y="4286744"/>
              <a:ext cx="1242287" cy="1242287"/>
            </a:xfrm>
            <a:prstGeom prst="ellipse">
              <a:avLst/>
            </a:prstGeom>
            <a:solidFill>
              <a:schemeClr val="bg1"/>
            </a:solidFill>
            <a:ln>
              <a:noFill/>
            </a:ln>
            <a:scene3d>
              <a:camera prst="isometricTopUp"/>
              <a:lightRig rig="twoPt" dir="t"/>
            </a:scene3d>
            <a:sp3d extrusionH="317500" prstMaterial="matt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7" name="Oval 206">
              <a:extLst>
                <a:ext uri="{FF2B5EF4-FFF2-40B4-BE49-F238E27FC236}">
                  <a16:creationId xmlns:a16="http://schemas.microsoft.com/office/drawing/2014/main" id="{9E77AF1E-7256-4819-8CD8-D1B501E4E4E1}"/>
                </a:ext>
              </a:extLst>
            </p:cNvPr>
            <p:cNvSpPr/>
            <p:nvPr/>
          </p:nvSpPr>
          <p:spPr>
            <a:xfrm>
              <a:off x="3080313" y="4464200"/>
              <a:ext cx="887373" cy="887373"/>
            </a:xfrm>
            <a:prstGeom prst="ellipse">
              <a:avLst/>
            </a:prstGeom>
            <a:gradFill flip="none" rotWithShape="1">
              <a:gsLst>
                <a:gs pos="0">
                  <a:srgbClr val="99FF33"/>
                </a:gs>
                <a:gs pos="75000">
                  <a:srgbClr val="008000"/>
                </a:gs>
              </a:gsLst>
              <a:lin ang="2700000" scaled="1"/>
              <a:tileRect/>
            </a:gradFill>
            <a:ln>
              <a:noFill/>
            </a:ln>
            <a:scene3d>
              <a:camera prst="isometricTopUp"/>
              <a:lightRig rig="twoPt" dir="t"/>
            </a:scene3d>
            <a:sp3d prstMaterial="matt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2" name="Group 211">
            <a:extLst>
              <a:ext uri="{FF2B5EF4-FFF2-40B4-BE49-F238E27FC236}">
                <a16:creationId xmlns:a16="http://schemas.microsoft.com/office/drawing/2014/main" id="{AD660EF0-40C4-429E-B230-5B72DEBFC43A}"/>
              </a:ext>
            </a:extLst>
          </p:cNvPr>
          <p:cNvGrpSpPr/>
          <p:nvPr/>
        </p:nvGrpSpPr>
        <p:grpSpPr>
          <a:xfrm>
            <a:off x="8324587" y="3891579"/>
            <a:ext cx="1097280" cy="1097280"/>
            <a:chOff x="2902857" y="4286744"/>
            <a:chExt cx="1242287" cy="1242287"/>
          </a:xfrm>
        </p:grpSpPr>
        <p:sp>
          <p:nvSpPr>
            <p:cNvPr id="213" name="Oval 212">
              <a:extLst>
                <a:ext uri="{FF2B5EF4-FFF2-40B4-BE49-F238E27FC236}">
                  <a16:creationId xmlns:a16="http://schemas.microsoft.com/office/drawing/2014/main" id="{571A6C8F-1228-4935-B817-2B8168A03606}"/>
                </a:ext>
              </a:extLst>
            </p:cNvPr>
            <p:cNvSpPr/>
            <p:nvPr/>
          </p:nvSpPr>
          <p:spPr>
            <a:xfrm>
              <a:off x="2902857" y="4286744"/>
              <a:ext cx="1242287" cy="1242287"/>
            </a:xfrm>
            <a:prstGeom prst="ellipse">
              <a:avLst/>
            </a:prstGeom>
            <a:solidFill>
              <a:schemeClr val="bg1"/>
            </a:solidFill>
            <a:ln>
              <a:noFill/>
            </a:ln>
            <a:scene3d>
              <a:camera prst="isometricTopUp"/>
              <a:lightRig rig="twoPt" dir="t"/>
            </a:scene3d>
            <a:sp3d extrusionH="317500" prstMaterial="matt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Oval 213">
              <a:extLst>
                <a:ext uri="{FF2B5EF4-FFF2-40B4-BE49-F238E27FC236}">
                  <a16:creationId xmlns:a16="http://schemas.microsoft.com/office/drawing/2014/main" id="{E7233074-ABD4-4FBC-A785-44FFA5A7DA15}"/>
                </a:ext>
              </a:extLst>
            </p:cNvPr>
            <p:cNvSpPr/>
            <p:nvPr/>
          </p:nvSpPr>
          <p:spPr>
            <a:xfrm>
              <a:off x="3080313" y="4464200"/>
              <a:ext cx="887373" cy="887373"/>
            </a:xfrm>
            <a:prstGeom prst="ellipse">
              <a:avLst/>
            </a:prstGeom>
            <a:gradFill flip="none" rotWithShape="1">
              <a:gsLst>
                <a:gs pos="0">
                  <a:srgbClr val="FF6600"/>
                </a:gs>
                <a:gs pos="75000">
                  <a:srgbClr val="FF0000"/>
                </a:gs>
              </a:gsLst>
              <a:lin ang="2700000" scaled="1"/>
              <a:tileRect/>
            </a:gradFill>
            <a:ln>
              <a:noFill/>
            </a:ln>
            <a:scene3d>
              <a:camera prst="isometricTopUp"/>
              <a:lightRig rig="twoPt" dir="t"/>
            </a:scene3d>
            <a:sp3d prstMaterial="matt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Oval 3">
            <a:extLst>
              <a:ext uri="{FF2B5EF4-FFF2-40B4-BE49-F238E27FC236}">
                <a16:creationId xmlns:a16="http://schemas.microsoft.com/office/drawing/2014/main" id="{0EA69CD5-6F2E-469C-8869-0B5F20E74EF7}"/>
              </a:ext>
            </a:extLst>
          </p:cNvPr>
          <p:cNvSpPr/>
          <p:nvPr/>
        </p:nvSpPr>
        <p:spPr>
          <a:xfrm>
            <a:off x="4109533" y="3256059"/>
            <a:ext cx="4121099" cy="1042553"/>
          </a:xfrm>
          <a:prstGeom prst="ellipse">
            <a:avLst/>
          </a:prstGeom>
          <a:gradFill flip="none" rotWithShape="1">
            <a:gsLst>
              <a:gs pos="0">
                <a:schemeClr val="tx1"/>
              </a:gs>
              <a:gs pos="70000">
                <a:srgbClr val="E7E7E7"/>
              </a:gs>
            </a:gsLst>
            <a:path path="circle">
              <a:fillToRect l="50000" t="50000" r="50000" b="50000"/>
            </a:path>
            <a:tileRect/>
          </a:gra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9D9266A0-A999-43E0-B283-1BA2FA8EA0EF}"/>
              </a:ext>
            </a:extLst>
          </p:cNvPr>
          <p:cNvGrpSpPr/>
          <p:nvPr/>
        </p:nvGrpSpPr>
        <p:grpSpPr>
          <a:xfrm>
            <a:off x="4411280" y="465247"/>
            <a:ext cx="3407906" cy="3396530"/>
            <a:chOff x="4411280" y="465247"/>
            <a:chExt cx="3407906" cy="3396530"/>
          </a:xfrm>
        </p:grpSpPr>
        <p:sp>
          <p:nvSpPr>
            <p:cNvPr id="6" name="Oval 5">
              <a:extLst>
                <a:ext uri="{FF2B5EF4-FFF2-40B4-BE49-F238E27FC236}">
                  <a16:creationId xmlns:a16="http://schemas.microsoft.com/office/drawing/2014/main" id="{B8121F49-8229-4034-B64F-F49123B8F8AC}"/>
                </a:ext>
              </a:extLst>
            </p:cNvPr>
            <p:cNvSpPr/>
            <p:nvPr/>
          </p:nvSpPr>
          <p:spPr>
            <a:xfrm>
              <a:off x="4445237" y="465247"/>
              <a:ext cx="3372305" cy="3372305"/>
            </a:xfrm>
            <a:prstGeom prst="ellipse">
              <a:avLst/>
            </a:prstGeom>
            <a:gradFill flip="none" rotWithShape="1">
              <a:gsLst>
                <a:gs pos="96460">
                  <a:srgbClr val="008A87"/>
                </a:gs>
                <a:gs pos="59000">
                  <a:srgbClr val="00D5D0"/>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 name="Oval 6">
              <a:extLst>
                <a:ext uri="{FF2B5EF4-FFF2-40B4-BE49-F238E27FC236}">
                  <a16:creationId xmlns:a16="http://schemas.microsoft.com/office/drawing/2014/main" id="{DF0CD129-2FB7-4FD7-9AD4-6AA449EBBB3D}"/>
                </a:ext>
              </a:extLst>
            </p:cNvPr>
            <p:cNvSpPr/>
            <p:nvPr/>
          </p:nvSpPr>
          <p:spPr>
            <a:xfrm rot="20887834">
              <a:off x="5203753" y="716140"/>
              <a:ext cx="1594055" cy="1441400"/>
            </a:xfrm>
            <a:prstGeom prst="ellipse">
              <a:avLst/>
            </a:prstGeom>
            <a:solidFill>
              <a:schemeClr val="bg1"/>
            </a:solidFill>
            <a:ln>
              <a:noFill/>
            </a:ln>
            <a:effectLst>
              <a:softEdge rad="279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Oval 239">
              <a:extLst>
                <a:ext uri="{FF2B5EF4-FFF2-40B4-BE49-F238E27FC236}">
                  <a16:creationId xmlns:a16="http://schemas.microsoft.com/office/drawing/2014/main" id="{1C4317F3-876B-4D6B-BCC4-C8983B6FD783}"/>
                </a:ext>
              </a:extLst>
            </p:cNvPr>
            <p:cNvSpPr/>
            <p:nvPr/>
          </p:nvSpPr>
          <p:spPr>
            <a:xfrm>
              <a:off x="4411280" y="489472"/>
              <a:ext cx="3372305" cy="3372305"/>
            </a:xfrm>
            <a:prstGeom prst="ellipse">
              <a:avLst/>
            </a:prstGeom>
            <a:gradFill flip="none" rotWithShape="1">
              <a:gsLst>
                <a:gs pos="96460">
                  <a:srgbClr val="008A87"/>
                </a:gs>
                <a:gs pos="0">
                  <a:srgbClr val="66FFFF">
                    <a:alpha val="0"/>
                  </a:srgbClr>
                </a:gs>
                <a:gs pos="66000">
                  <a:srgbClr val="00D5D0"/>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05" name="Picture 404">
              <a:extLst>
                <a:ext uri="{FF2B5EF4-FFF2-40B4-BE49-F238E27FC236}">
                  <a16:creationId xmlns:a16="http://schemas.microsoft.com/office/drawing/2014/main" id="{D0CD3AE7-CAFF-4868-A481-AAE4B3539E9E}"/>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
                      </a14:imgEffect>
                      <a14:imgEffect>
                        <a14:brightnessContrast bright="37000" contrast="-100000"/>
                      </a14:imgEffect>
                    </a14:imgLayer>
                  </a14:imgProps>
                </a:ext>
              </a:extLst>
            </a:blip>
            <a:srcRect l="13806" r="5692"/>
            <a:stretch>
              <a:fillRect/>
            </a:stretch>
          </p:blipFill>
          <p:spPr>
            <a:xfrm>
              <a:off x="4446881" y="1008685"/>
              <a:ext cx="3372305" cy="2508998"/>
            </a:xfrm>
            <a:custGeom>
              <a:avLst/>
              <a:gdLst>
                <a:gd name="connsiteX0" fmla="*/ 485821 w 3695606"/>
                <a:gd name="connsiteY0" fmla="*/ 0 h 2749534"/>
                <a:gd name="connsiteX1" fmla="*/ 3209786 w 3695606"/>
                <a:gd name="connsiteY1" fmla="*/ 0 h 2749534"/>
                <a:gd name="connsiteX2" fmla="*/ 3273657 w 3695606"/>
                <a:gd name="connsiteY2" fmla="*/ 70277 h 2749534"/>
                <a:gd name="connsiteX3" fmla="*/ 3695606 w 3695606"/>
                <a:gd name="connsiteY3" fmla="*/ 1245651 h 2749534"/>
                <a:gd name="connsiteX4" fmla="*/ 3023177 w 3695606"/>
                <a:gd name="connsiteY4" fmla="*/ 2671506 h 2749534"/>
                <a:gd name="connsiteX5" fmla="*/ 2918831 w 3695606"/>
                <a:gd name="connsiteY5" fmla="*/ 2749534 h 2749534"/>
                <a:gd name="connsiteX6" fmla="*/ 776775 w 3695606"/>
                <a:gd name="connsiteY6" fmla="*/ 2749534 h 2749534"/>
                <a:gd name="connsiteX7" fmla="*/ 672429 w 3695606"/>
                <a:gd name="connsiteY7" fmla="*/ 2671506 h 2749534"/>
                <a:gd name="connsiteX8" fmla="*/ 0 w 3695606"/>
                <a:gd name="connsiteY8" fmla="*/ 1245651 h 2749534"/>
                <a:gd name="connsiteX9" fmla="*/ 421949 w 3695606"/>
                <a:gd name="connsiteY9" fmla="*/ 70277 h 2749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95606" h="2749534">
                  <a:moveTo>
                    <a:pt x="485821" y="0"/>
                  </a:moveTo>
                  <a:lnTo>
                    <a:pt x="3209786" y="0"/>
                  </a:lnTo>
                  <a:lnTo>
                    <a:pt x="3273657" y="70277"/>
                  </a:lnTo>
                  <a:cubicBezTo>
                    <a:pt x="3537258" y="389686"/>
                    <a:pt x="3695606" y="799177"/>
                    <a:pt x="3695606" y="1245651"/>
                  </a:cubicBezTo>
                  <a:cubicBezTo>
                    <a:pt x="3695606" y="1819690"/>
                    <a:pt x="3433846" y="2332591"/>
                    <a:pt x="3023177" y="2671506"/>
                  </a:cubicBezTo>
                  <a:lnTo>
                    <a:pt x="2918831" y="2749534"/>
                  </a:lnTo>
                  <a:lnTo>
                    <a:pt x="776775" y="2749534"/>
                  </a:lnTo>
                  <a:lnTo>
                    <a:pt x="672429" y="2671506"/>
                  </a:lnTo>
                  <a:cubicBezTo>
                    <a:pt x="261760" y="2332591"/>
                    <a:pt x="0" y="1819690"/>
                    <a:pt x="0" y="1245651"/>
                  </a:cubicBezTo>
                  <a:cubicBezTo>
                    <a:pt x="0" y="799177"/>
                    <a:pt x="158349" y="389686"/>
                    <a:pt x="421949" y="70277"/>
                  </a:cubicBezTo>
                  <a:close/>
                </a:path>
              </a:pathLst>
            </a:custGeom>
          </p:spPr>
        </p:pic>
        <p:sp>
          <p:nvSpPr>
            <p:cNvPr id="407" name="Freeform: Shape 406">
              <a:extLst>
                <a:ext uri="{FF2B5EF4-FFF2-40B4-BE49-F238E27FC236}">
                  <a16:creationId xmlns:a16="http://schemas.microsoft.com/office/drawing/2014/main" id="{FA3DD61D-B12E-40CA-AE14-00659E406122}"/>
                </a:ext>
              </a:extLst>
            </p:cNvPr>
            <p:cNvSpPr/>
            <p:nvPr/>
          </p:nvSpPr>
          <p:spPr>
            <a:xfrm>
              <a:off x="5036716" y="3404551"/>
              <a:ext cx="2266733" cy="450691"/>
            </a:xfrm>
            <a:custGeom>
              <a:avLst/>
              <a:gdLst>
                <a:gd name="connsiteX0" fmla="*/ 2484043 w 2484043"/>
                <a:gd name="connsiteY0" fmla="*/ 0 h 493898"/>
                <a:gd name="connsiteX1" fmla="*/ 2404879 w 2484043"/>
                <a:gd name="connsiteY1" fmla="*/ 71950 h 493898"/>
                <a:gd name="connsiteX2" fmla="*/ 1229505 w 2484043"/>
                <a:gd name="connsiteY2" fmla="*/ 493898 h 493898"/>
                <a:gd name="connsiteX3" fmla="*/ 54131 w 2484043"/>
                <a:gd name="connsiteY3" fmla="*/ 71950 h 493898"/>
                <a:gd name="connsiteX4" fmla="*/ 0 w 2484043"/>
                <a:gd name="connsiteY4" fmla="*/ 22752 h 493898"/>
                <a:gd name="connsiteX5" fmla="*/ 31701 w 2484043"/>
                <a:gd name="connsiteY5" fmla="*/ 34213 h 493898"/>
                <a:gd name="connsiteX6" fmla="*/ 1210554 w 2484043"/>
                <a:gd name="connsiteY6" fmla="*/ 212819 h 493898"/>
                <a:gd name="connsiteX7" fmla="*/ 2389407 w 2484043"/>
                <a:gd name="connsiteY7" fmla="*/ 34213 h 493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84043" h="493898">
                  <a:moveTo>
                    <a:pt x="2484043" y="0"/>
                  </a:moveTo>
                  <a:lnTo>
                    <a:pt x="2404879" y="71950"/>
                  </a:lnTo>
                  <a:cubicBezTo>
                    <a:pt x="2085470" y="335550"/>
                    <a:pt x="1675979" y="493898"/>
                    <a:pt x="1229505" y="493898"/>
                  </a:cubicBezTo>
                  <a:cubicBezTo>
                    <a:pt x="783031" y="493898"/>
                    <a:pt x="373540" y="335550"/>
                    <a:pt x="54131" y="71950"/>
                  </a:cubicBezTo>
                  <a:lnTo>
                    <a:pt x="0" y="22752"/>
                  </a:lnTo>
                  <a:lnTo>
                    <a:pt x="31701" y="34213"/>
                  </a:lnTo>
                  <a:cubicBezTo>
                    <a:pt x="394033" y="149222"/>
                    <a:pt x="792397" y="212819"/>
                    <a:pt x="1210554" y="212819"/>
                  </a:cubicBezTo>
                  <a:cubicBezTo>
                    <a:pt x="1628711" y="212819"/>
                    <a:pt x="2027075" y="149222"/>
                    <a:pt x="2389407" y="34213"/>
                  </a:cubicBezTo>
                  <a:close/>
                </a:path>
              </a:pathLst>
            </a:custGeom>
            <a:gradFill flip="none" rotWithShape="1">
              <a:gsLst>
                <a:gs pos="96000">
                  <a:srgbClr val="01FFFF">
                    <a:alpha val="44000"/>
                  </a:srgbClr>
                </a:gs>
                <a:gs pos="63000">
                  <a:srgbClr val="66FFFF">
                    <a:alpha val="0"/>
                  </a:srgbClr>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409" name="TextBox 408">
            <a:extLst>
              <a:ext uri="{FF2B5EF4-FFF2-40B4-BE49-F238E27FC236}">
                <a16:creationId xmlns:a16="http://schemas.microsoft.com/office/drawing/2014/main" id="{BE6276ED-43D7-4507-92B9-E410476065A4}"/>
              </a:ext>
            </a:extLst>
          </p:cNvPr>
          <p:cNvSpPr txBox="1"/>
          <p:nvPr/>
        </p:nvSpPr>
        <p:spPr>
          <a:xfrm>
            <a:off x="600364" y="1810979"/>
            <a:ext cx="1872828" cy="1015663"/>
          </a:xfrm>
          <a:prstGeom prst="rect">
            <a:avLst/>
          </a:prstGeom>
          <a:noFill/>
        </p:spPr>
        <p:txBody>
          <a:bodyPr wrap="square" rtlCol="0">
            <a:spAutoFit/>
          </a:bodyPr>
          <a:lstStyle/>
          <a:p>
            <a:pPr algn="ctr"/>
            <a:r>
              <a:rPr lang="fr-SN" sz="2000" b="1" dirty="0">
                <a:solidFill>
                  <a:schemeClr val="accent1"/>
                </a:solidFill>
                <a:latin typeface="Agency FB" panose="020B0503020202020204" pitchFamily="34" charset="0"/>
              </a:rPr>
              <a:t>Introduction </a:t>
            </a:r>
          </a:p>
          <a:p>
            <a:pPr algn="ctr"/>
            <a:r>
              <a:rPr lang="fr-SN" sz="2000" b="1" dirty="0">
                <a:solidFill>
                  <a:schemeClr val="accent1"/>
                </a:solidFill>
                <a:latin typeface="Agency FB" panose="020B0503020202020204" pitchFamily="34" charset="0"/>
              </a:rPr>
              <a:t>&amp; </a:t>
            </a:r>
          </a:p>
          <a:p>
            <a:pPr algn="ctr"/>
            <a:r>
              <a:rPr lang="fr-SN" sz="2000" b="1" dirty="0">
                <a:solidFill>
                  <a:schemeClr val="accent1"/>
                </a:solidFill>
                <a:latin typeface="Agency FB" panose="020B0503020202020204" pitchFamily="34" charset="0"/>
              </a:rPr>
              <a:t>Définition</a:t>
            </a:r>
            <a:endParaRPr lang="en-US" sz="2000" b="1" dirty="0">
              <a:solidFill>
                <a:schemeClr val="accent1"/>
              </a:solidFill>
              <a:latin typeface="Agency FB" panose="020B0503020202020204" pitchFamily="34" charset="0"/>
            </a:endParaRPr>
          </a:p>
        </p:txBody>
      </p:sp>
      <p:sp>
        <p:nvSpPr>
          <p:cNvPr id="413" name="TextBox 412">
            <a:extLst>
              <a:ext uri="{FF2B5EF4-FFF2-40B4-BE49-F238E27FC236}">
                <a16:creationId xmlns:a16="http://schemas.microsoft.com/office/drawing/2014/main" id="{6AC6B39C-2F44-4D5A-9B2C-4D0718056B16}"/>
              </a:ext>
            </a:extLst>
          </p:cNvPr>
          <p:cNvSpPr txBox="1"/>
          <p:nvPr/>
        </p:nvSpPr>
        <p:spPr>
          <a:xfrm>
            <a:off x="5193311" y="5792910"/>
            <a:ext cx="1756228" cy="369332"/>
          </a:xfrm>
          <a:prstGeom prst="rect">
            <a:avLst/>
          </a:prstGeom>
          <a:noFill/>
        </p:spPr>
        <p:txBody>
          <a:bodyPr wrap="square" rtlCol="0">
            <a:spAutoFit/>
          </a:bodyPr>
          <a:lstStyle/>
          <a:p>
            <a:pPr algn="ctr"/>
            <a:r>
              <a:rPr lang="en-US" b="1" dirty="0">
                <a:solidFill>
                  <a:schemeClr val="accent1"/>
                </a:solidFill>
                <a:latin typeface="Agency FB" panose="020B0503020202020204" pitchFamily="34" charset="0"/>
              </a:rPr>
              <a:t>Modélisation </a:t>
            </a:r>
          </a:p>
        </p:txBody>
      </p:sp>
      <p:sp>
        <p:nvSpPr>
          <p:cNvPr id="415" name="TextBox 414">
            <a:extLst>
              <a:ext uri="{FF2B5EF4-FFF2-40B4-BE49-F238E27FC236}">
                <a16:creationId xmlns:a16="http://schemas.microsoft.com/office/drawing/2014/main" id="{4756AAAE-F215-4E17-8B97-3F600A74C4F0}"/>
              </a:ext>
            </a:extLst>
          </p:cNvPr>
          <p:cNvSpPr txBox="1"/>
          <p:nvPr/>
        </p:nvSpPr>
        <p:spPr>
          <a:xfrm>
            <a:off x="10150471" y="3956021"/>
            <a:ext cx="1756228" cy="707886"/>
          </a:xfrm>
          <a:prstGeom prst="rect">
            <a:avLst/>
          </a:prstGeom>
          <a:noFill/>
        </p:spPr>
        <p:txBody>
          <a:bodyPr wrap="square" rtlCol="0">
            <a:spAutoFit/>
          </a:bodyPr>
          <a:lstStyle/>
          <a:p>
            <a:pPr algn="ctr"/>
            <a:r>
              <a:rPr lang="en-US" sz="2000" b="1" dirty="0" err="1">
                <a:solidFill>
                  <a:schemeClr val="accent1"/>
                </a:solidFill>
                <a:latin typeface="Agency FB" panose="020B0503020202020204" pitchFamily="34" charset="0"/>
              </a:rPr>
              <a:t>Régression</a:t>
            </a:r>
            <a:r>
              <a:rPr lang="en-US" sz="2000" b="1" dirty="0">
                <a:solidFill>
                  <a:schemeClr val="accent1"/>
                </a:solidFill>
                <a:latin typeface="Agency FB" panose="020B0503020202020204" pitchFamily="34" charset="0"/>
              </a:rPr>
              <a:t> </a:t>
            </a:r>
            <a:r>
              <a:rPr lang="en-US" sz="2000" b="1" dirty="0" err="1">
                <a:solidFill>
                  <a:schemeClr val="accent1"/>
                </a:solidFill>
                <a:latin typeface="Agency FB" panose="020B0503020202020204" pitchFamily="34" charset="0"/>
              </a:rPr>
              <a:t>linéaire</a:t>
            </a:r>
            <a:r>
              <a:rPr lang="en-US" sz="2000" b="1" dirty="0">
                <a:solidFill>
                  <a:schemeClr val="accent1"/>
                </a:solidFill>
                <a:latin typeface="Agency FB" panose="020B0503020202020204" pitchFamily="34" charset="0"/>
              </a:rPr>
              <a:t> simple</a:t>
            </a:r>
          </a:p>
        </p:txBody>
      </p:sp>
      <p:sp>
        <p:nvSpPr>
          <p:cNvPr id="417" name="TextBox 416">
            <a:extLst>
              <a:ext uri="{FF2B5EF4-FFF2-40B4-BE49-F238E27FC236}">
                <a16:creationId xmlns:a16="http://schemas.microsoft.com/office/drawing/2014/main" id="{C9B77C12-0ECA-4D6C-B2E5-C11A8A4922DA}"/>
              </a:ext>
            </a:extLst>
          </p:cNvPr>
          <p:cNvSpPr txBox="1"/>
          <p:nvPr/>
        </p:nvSpPr>
        <p:spPr>
          <a:xfrm>
            <a:off x="10274944" y="2042402"/>
            <a:ext cx="1756228" cy="646331"/>
          </a:xfrm>
          <a:prstGeom prst="rect">
            <a:avLst/>
          </a:prstGeom>
          <a:noFill/>
        </p:spPr>
        <p:txBody>
          <a:bodyPr wrap="square" rtlCol="0">
            <a:spAutoFit/>
          </a:bodyPr>
          <a:lstStyle/>
          <a:p>
            <a:pPr algn="ctr"/>
            <a:r>
              <a:rPr lang="en-US" b="1" dirty="0" err="1">
                <a:solidFill>
                  <a:schemeClr val="accent1"/>
                </a:solidFill>
                <a:latin typeface="Agency FB" panose="020B0503020202020204" pitchFamily="34" charset="0"/>
              </a:rPr>
              <a:t>Régression</a:t>
            </a:r>
            <a:r>
              <a:rPr lang="en-US" b="1" dirty="0">
                <a:solidFill>
                  <a:schemeClr val="accent1"/>
                </a:solidFill>
                <a:latin typeface="Agency FB" panose="020B0503020202020204" pitchFamily="34" charset="0"/>
              </a:rPr>
              <a:t> </a:t>
            </a:r>
            <a:r>
              <a:rPr lang="en-US" b="1" dirty="0" err="1">
                <a:solidFill>
                  <a:schemeClr val="accent1"/>
                </a:solidFill>
                <a:latin typeface="Agency FB" panose="020B0503020202020204" pitchFamily="34" charset="0"/>
              </a:rPr>
              <a:t>Logistique</a:t>
            </a:r>
            <a:endParaRPr lang="en-US" b="1" dirty="0">
              <a:solidFill>
                <a:schemeClr val="accent1"/>
              </a:solidFill>
              <a:latin typeface="Agency FB" panose="020B0503020202020204" pitchFamily="34" charset="0"/>
            </a:endParaRPr>
          </a:p>
        </p:txBody>
      </p:sp>
      <p:sp>
        <p:nvSpPr>
          <p:cNvPr id="190" name="Freeform: Shape 189">
            <a:extLst>
              <a:ext uri="{FF2B5EF4-FFF2-40B4-BE49-F238E27FC236}">
                <a16:creationId xmlns:a16="http://schemas.microsoft.com/office/drawing/2014/main" id="{3A0C2818-4525-42C2-9DB9-9676CCC7E39F}"/>
              </a:ext>
            </a:extLst>
          </p:cNvPr>
          <p:cNvSpPr/>
          <p:nvPr/>
        </p:nvSpPr>
        <p:spPr>
          <a:xfrm>
            <a:off x="2123525" y="2190348"/>
            <a:ext cx="638628" cy="319315"/>
          </a:xfrm>
          <a:custGeom>
            <a:avLst/>
            <a:gdLst>
              <a:gd name="connsiteX0" fmla="*/ 638628 w 638628"/>
              <a:gd name="connsiteY0" fmla="*/ 319315 h 319315"/>
              <a:gd name="connsiteX1" fmla="*/ 420914 w 638628"/>
              <a:gd name="connsiteY1" fmla="*/ 0 h 319315"/>
              <a:gd name="connsiteX2" fmla="*/ 0 w 638628"/>
              <a:gd name="connsiteY2" fmla="*/ 0 h 319315"/>
            </a:gdLst>
            <a:ahLst/>
            <a:cxnLst>
              <a:cxn ang="0">
                <a:pos x="connsiteX0" y="connsiteY0"/>
              </a:cxn>
              <a:cxn ang="0">
                <a:pos x="connsiteX1" y="connsiteY1"/>
              </a:cxn>
              <a:cxn ang="0">
                <a:pos x="connsiteX2" y="connsiteY2"/>
              </a:cxn>
            </a:cxnLst>
            <a:rect l="l" t="t" r="r" b="b"/>
            <a:pathLst>
              <a:path w="638628" h="319315">
                <a:moveTo>
                  <a:pt x="638628" y="319315"/>
                </a:moveTo>
                <a:lnTo>
                  <a:pt x="420914" y="0"/>
                </a:lnTo>
                <a:lnTo>
                  <a:pt x="0"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64ACC4C-8A41-46B9-9E6E-5C9CB8ED5F91}"/>
              </a:ext>
            </a:extLst>
          </p:cNvPr>
          <p:cNvGrpSpPr/>
          <p:nvPr/>
        </p:nvGrpSpPr>
        <p:grpSpPr>
          <a:xfrm>
            <a:off x="347411" y="4357656"/>
            <a:ext cx="2719896" cy="707886"/>
            <a:chOff x="339734" y="4330789"/>
            <a:chExt cx="2719896" cy="707886"/>
          </a:xfrm>
        </p:grpSpPr>
        <p:sp>
          <p:nvSpPr>
            <p:cNvPr id="411" name="TextBox 410">
              <a:extLst>
                <a:ext uri="{FF2B5EF4-FFF2-40B4-BE49-F238E27FC236}">
                  <a16:creationId xmlns:a16="http://schemas.microsoft.com/office/drawing/2014/main" id="{7C52A4B7-AF18-4FDD-B85E-6705291D482E}"/>
                </a:ext>
              </a:extLst>
            </p:cNvPr>
            <p:cNvSpPr txBox="1"/>
            <p:nvPr/>
          </p:nvSpPr>
          <p:spPr>
            <a:xfrm>
              <a:off x="339734" y="4330789"/>
              <a:ext cx="2158537" cy="707886"/>
            </a:xfrm>
            <a:prstGeom prst="rect">
              <a:avLst/>
            </a:prstGeom>
            <a:noFill/>
          </p:spPr>
          <p:txBody>
            <a:bodyPr wrap="square" rtlCol="0">
              <a:spAutoFit/>
            </a:bodyPr>
            <a:lstStyle/>
            <a:p>
              <a:pPr algn="ctr"/>
              <a:r>
                <a:rPr lang="en-US" sz="2000" b="1" dirty="0">
                  <a:solidFill>
                    <a:schemeClr val="accent1"/>
                  </a:solidFill>
                  <a:latin typeface="Agency FB" panose="020B0503020202020204" pitchFamily="34" charset="0"/>
                </a:rPr>
                <a:t>Structure de la dataset</a:t>
              </a:r>
            </a:p>
          </p:txBody>
        </p:sp>
        <p:sp>
          <p:nvSpPr>
            <p:cNvPr id="191" name="Freeform: Shape 190">
              <a:extLst>
                <a:ext uri="{FF2B5EF4-FFF2-40B4-BE49-F238E27FC236}">
                  <a16:creationId xmlns:a16="http://schemas.microsoft.com/office/drawing/2014/main" id="{53E99A7D-BBB1-4753-BF63-2FD661859726}"/>
                </a:ext>
              </a:extLst>
            </p:cNvPr>
            <p:cNvSpPr/>
            <p:nvPr/>
          </p:nvSpPr>
          <p:spPr>
            <a:xfrm>
              <a:off x="2362944" y="4620615"/>
              <a:ext cx="696686" cy="203200"/>
            </a:xfrm>
            <a:custGeom>
              <a:avLst/>
              <a:gdLst>
                <a:gd name="connsiteX0" fmla="*/ 696686 w 696686"/>
                <a:gd name="connsiteY0" fmla="*/ 203200 h 203200"/>
                <a:gd name="connsiteX1" fmla="*/ 595086 w 696686"/>
                <a:gd name="connsiteY1" fmla="*/ 0 h 203200"/>
                <a:gd name="connsiteX2" fmla="*/ 0 w 696686"/>
                <a:gd name="connsiteY2" fmla="*/ 0 h 203200"/>
              </a:gdLst>
              <a:ahLst/>
              <a:cxnLst>
                <a:cxn ang="0">
                  <a:pos x="connsiteX0" y="connsiteY0"/>
                </a:cxn>
                <a:cxn ang="0">
                  <a:pos x="connsiteX1" y="connsiteY1"/>
                </a:cxn>
                <a:cxn ang="0">
                  <a:pos x="connsiteX2" y="connsiteY2"/>
                </a:cxn>
              </a:cxnLst>
              <a:rect l="l" t="t" r="r" b="b"/>
              <a:pathLst>
                <a:path w="696686" h="203200">
                  <a:moveTo>
                    <a:pt x="696686" y="203200"/>
                  </a:moveTo>
                  <a:lnTo>
                    <a:pt x="595086" y="0"/>
                  </a:lnTo>
                  <a:lnTo>
                    <a:pt x="0"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18" name="Freeform: Shape 417">
            <a:extLst>
              <a:ext uri="{FF2B5EF4-FFF2-40B4-BE49-F238E27FC236}">
                <a16:creationId xmlns:a16="http://schemas.microsoft.com/office/drawing/2014/main" id="{FB4E4309-EDAE-4F9D-AF78-C0512AE086CB}"/>
              </a:ext>
            </a:extLst>
          </p:cNvPr>
          <p:cNvSpPr/>
          <p:nvPr/>
        </p:nvSpPr>
        <p:spPr>
          <a:xfrm flipH="1">
            <a:off x="9447762" y="4528484"/>
            <a:ext cx="696686" cy="203200"/>
          </a:xfrm>
          <a:custGeom>
            <a:avLst/>
            <a:gdLst>
              <a:gd name="connsiteX0" fmla="*/ 696686 w 696686"/>
              <a:gd name="connsiteY0" fmla="*/ 203200 h 203200"/>
              <a:gd name="connsiteX1" fmla="*/ 595086 w 696686"/>
              <a:gd name="connsiteY1" fmla="*/ 0 h 203200"/>
              <a:gd name="connsiteX2" fmla="*/ 0 w 696686"/>
              <a:gd name="connsiteY2" fmla="*/ 0 h 203200"/>
            </a:gdLst>
            <a:ahLst/>
            <a:cxnLst>
              <a:cxn ang="0">
                <a:pos x="connsiteX0" y="connsiteY0"/>
              </a:cxn>
              <a:cxn ang="0">
                <a:pos x="connsiteX1" y="connsiteY1"/>
              </a:cxn>
              <a:cxn ang="0">
                <a:pos x="connsiteX2" y="connsiteY2"/>
              </a:cxn>
            </a:cxnLst>
            <a:rect l="l" t="t" r="r" b="b"/>
            <a:pathLst>
              <a:path w="696686" h="203200">
                <a:moveTo>
                  <a:pt x="696686" y="203200"/>
                </a:moveTo>
                <a:lnTo>
                  <a:pt x="595086" y="0"/>
                </a:lnTo>
                <a:lnTo>
                  <a:pt x="0"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9" name="Freeform: Shape 418">
            <a:extLst>
              <a:ext uri="{FF2B5EF4-FFF2-40B4-BE49-F238E27FC236}">
                <a16:creationId xmlns:a16="http://schemas.microsoft.com/office/drawing/2014/main" id="{611AE0FF-3BEB-48A8-AA24-995CD6ED715E}"/>
              </a:ext>
            </a:extLst>
          </p:cNvPr>
          <p:cNvSpPr/>
          <p:nvPr/>
        </p:nvSpPr>
        <p:spPr>
          <a:xfrm flipH="1">
            <a:off x="9592771" y="2373096"/>
            <a:ext cx="638628" cy="319315"/>
          </a:xfrm>
          <a:custGeom>
            <a:avLst/>
            <a:gdLst>
              <a:gd name="connsiteX0" fmla="*/ 638628 w 638628"/>
              <a:gd name="connsiteY0" fmla="*/ 319315 h 319315"/>
              <a:gd name="connsiteX1" fmla="*/ 420914 w 638628"/>
              <a:gd name="connsiteY1" fmla="*/ 0 h 319315"/>
              <a:gd name="connsiteX2" fmla="*/ 0 w 638628"/>
              <a:gd name="connsiteY2" fmla="*/ 0 h 319315"/>
            </a:gdLst>
            <a:ahLst/>
            <a:cxnLst>
              <a:cxn ang="0">
                <a:pos x="connsiteX0" y="connsiteY0"/>
              </a:cxn>
              <a:cxn ang="0">
                <a:pos x="connsiteX1" y="connsiteY1"/>
              </a:cxn>
              <a:cxn ang="0">
                <a:pos x="connsiteX2" y="connsiteY2"/>
              </a:cxn>
            </a:cxnLst>
            <a:rect l="l" t="t" r="r" b="b"/>
            <a:pathLst>
              <a:path w="638628" h="319315">
                <a:moveTo>
                  <a:pt x="638628" y="319315"/>
                </a:moveTo>
                <a:lnTo>
                  <a:pt x="420914" y="0"/>
                </a:lnTo>
                <a:lnTo>
                  <a:pt x="0"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3C86FCC5-2DB7-4CDA-9ED9-FD67BE140CCC}"/>
              </a:ext>
            </a:extLst>
          </p:cNvPr>
          <p:cNvSpPr/>
          <p:nvPr/>
        </p:nvSpPr>
        <p:spPr>
          <a:xfrm>
            <a:off x="2578505" y="2594215"/>
            <a:ext cx="1207274" cy="422143"/>
          </a:xfrm>
          <a:prstGeom prst="ellipse">
            <a:avLst/>
          </a:prstGeom>
          <a:gradFill flip="none" rotWithShape="1">
            <a:gsLst>
              <a:gs pos="0">
                <a:schemeClr val="tx1"/>
              </a:gs>
              <a:gs pos="100000">
                <a:srgbClr val="C83F12"/>
              </a:gs>
            </a:gsLst>
            <a:path path="circle">
              <a:fillToRect l="50000" t="50000" r="50000" b="50000"/>
            </a:path>
            <a:tileRect/>
          </a:gradFill>
          <a:ln>
            <a:noFill/>
          </a:ln>
          <a:effectLst>
            <a:softEdge rad="165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5" name="Graphic 234" descr="Target">
            <a:extLst>
              <a:ext uri="{FF2B5EF4-FFF2-40B4-BE49-F238E27FC236}">
                <a16:creationId xmlns:a16="http://schemas.microsoft.com/office/drawing/2014/main" id="{B3DC3F09-7063-42B3-883E-7AFBC416786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920239" y="2279249"/>
            <a:ext cx="548640" cy="548640"/>
          </a:xfrm>
          <a:prstGeom prst="rect">
            <a:avLst/>
          </a:prstGeom>
          <a:effectLst>
            <a:outerShdw blurRad="76200" dir="13500000" sy="23000" kx="1200000" algn="br" rotWithShape="0">
              <a:prstClr val="black">
                <a:alpha val="20000"/>
              </a:prstClr>
            </a:outerShdw>
          </a:effectLst>
        </p:spPr>
      </p:pic>
      <p:sp>
        <p:nvSpPr>
          <p:cNvPr id="49" name="Oval 48">
            <a:extLst>
              <a:ext uri="{FF2B5EF4-FFF2-40B4-BE49-F238E27FC236}">
                <a16:creationId xmlns:a16="http://schemas.microsoft.com/office/drawing/2014/main" id="{2C622571-9402-4EE9-B64E-4BC3F69B0AC8}"/>
              </a:ext>
            </a:extLst>
          </p:cNvPr>
          <p:cNvSpPr/>
          <p:nvPr/>
        </p:nvSpPr>
        <p:spPr>
          <a:xfrm>
            <a:off x="3060903" y="4536589"/>
            <a:ext cx="1207274" cy="422143"/>
          </a:xfrm>
          <a:prstGeom prst="ellipse">
            <a:avLst/>
          </a:prstGeom>
          <a:gradFill flip="none" rotWithShape="1">
            <a:gsLst>
              <a:gs pos="0">
                <a:schemeClr val="tx1"/>
              </a:gs>
              <a:gs pos="100000">
                <a:srgbClr val="E7E7E7"/>
              </a:gs>
            </a:gsLst>
            <a:path path="circle">
              <a:fillToRect l="50000" t="50000" r="50000" b="50000"/>
            </a:path>
            <a:tileRect/>
          </a:gradFill>
          <a:ln>
            <a:noFill/>
          </a:ln>
          <a:effectLst>
            <a:softEdge rad="165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F35B464A-112D-4F2A-99D7-0AD527910273}"/>
              </a:ext>
            </a:extLst>
          </p:cNvPr>
          <p:cNvSpPr/>
          <p:nvPr/>
        </p:nvSpPr>
        <p:spPr>
          <a:xfrm>
            <a:off x="5458872" y="5030933"/>
            <a:ext cx="1207274" cy="422143"/>
          </a:xfrm>
          <a:prstGeom prst="ellipse">
            <a:avLst/>
          </a:prstGeom>
          <a:gradFill flip="none" rotWithShape="1">
            <a:gsLst>
              <a:gs pos="0">
                <a:schemeClr val="tx1"/>
              </a:gs>
              <a:gs pos="100000">
                <a:srgbClr val="207170"/>
              </a:gs>
            </a:gsLst>
            <a:path path="circle">
              <a:fillToRect l="50000" t="50000" r="50000" b="50000"/>
            </a:path>
            <a:tileRect/>
          </a:gradFill>
          <a:ln>
            <a:noFill/>
          </a:ln>
          <a:effectLst>
            <a:softEdge rad="165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1" name="Graphic 230" descr="Lightbulb">
            <a:extLst>
              <a:ext uri="{FF2B5EF4-FFF2-40B4-BE49-F238E27FC236}">
                <a16:creationId xmlns:a16="http://schemas.microsoft.com/office/drawing/2014/main" id="{7A1ECEBA-0B0B-47AC-80AE-3452523044C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413145" y="4183194"/>
            <a:ext cx="548640" cy="548640"/>
          </a:xfrm>
          <a:prstGeom prst="rect">
            <a:avLst/>
          </a:prstGeom>
          <a:effectLst>
            <a:outerShdw blurRad="76200" dir="13500000" sy="23000" kx="1200000" algn="br" rotWithShape="0">
              <a:prstClr val="black">
                <a:alpha val="20000"/>
              </a:prstClr>
            </a:outerShdw>
          </a:effectLst>
        </p:spPr>
      </p:pic>
      <p:pic>
        <p:nvPicPr>
          <p:cNvPr id="233" name="Graphic 232" descr="Hourglass">
            <a:extLst>
              <a:ext uri="{FF2B5EF4-FFF2-40B4-BE49-F238E27FC236}">
                <a16:creationId xmlns:a16="http://schemas.microsoft.com/office/drawing/2014/main" id="{1BD4B230-7F39-4284-9C93-A036DF9F7E7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788189" y="4692461"/>
            <a:ext cx="548640" cy="548640"/>
          </a:xfrm>
          <a:prstGeom prst="rect">
            <a:avLst/>
          </a:prstGeom>
          <a:effectLst>
            <a:outerShdw blurRad="76200" dir="13500000" sy="23000" kx="1200000" algn="br" rotWithShape="0">
              <a:prstClr val="black">
                <a:alpha val="20000"/>
              </a:prstClr>
            </a:outerShdw>
          </a:effectLst>
        </p:spPr>
      </p:pic>
      <p:sp>
        <p:nvSpPr>
          <p:cNvPr id="51" name="Oval 50">
            <a:extLst>
              <a:ext uri="{FF2B5EF4-FFF2-40B4-BE49-F238E27FC236}">
                <a16:creationId xmlns:a16="http://schemas.microsoft.com/office/drawing/2014/main" id="{D2672F8A-8D2C-4C3E-A59D-98D3E30FB05F}"/>
              </a:ext>
            </a:extLst>
          </p:cNvPr>
          <p:cNvSpPr/>
          <p:nvPr/>
        </p:nvSpPr>
        <p:spPr>
          <a:xfrm>
            <a:off x="8281948" y="4322641"/>
            <a:ext cx="1207274" cy="422143"/>
          </a:xfrm>
          <a:prstGeom prst="ellipse">
            <a:avLst/>
          </a:prstGeom>
          <a:gradFill flip="none" rotWithShape="1">
            <a:gsLst>
              <a:gs pos="0">
                <a:schemeClr val="tx1"/>
              </a:gs>
              <a:gs pos="100000">
                <a:srgbClr val="ED2121"/>
              </a:gs>
            </a:gsLst>
            <a:path path="circle">
              <a:fillToRect l="50000" t="50000" r="50000" b="50000"/>
            </a:path>
            <a:tileRect/>
          </a:gradFill>
          <a:ln>
            <a:noFill/>
          </a:ln>
          <a:effectLst>
            <a:softEdge rad="165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9" name="Graphic 238" descr="Boardroom">
            <a:extLst>
              <a:ext uri="{FF2B5EF4-FFF2-40B4-BE49-F238E27FC236}">
                <a16:creationId xmlns:a16="http://schemas.microsoft.com/office/drawing/2014/main" id="{ACC7A939-6811-4766-84AF-3B1AFCF673B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649073" y="4048321"/>
            <a:ext cx="548640" cy="548640"/>
          </a:xfrm>
          <a:prstGeom prst="rect">
            <a:avLst/>
          </a:prstGeom>
          <a:effectLst>
            <a:outerShdw blurRad="76200" dir="13500000" sy="23000" kx="1200000" algn="br" rotWithShape="0">
              <a:prstClr val="black">
                <a:alpha val="20000"/>
              </a:prstClr>
            </a:outerShdw>
          </a:effectLst>
        </p:spPr>
      </p:pic>
      <p:sp>
        <p:nvSpPr>
          <p:cNvPr id="52" name="Oval 51">
            <a:extLst>
              <a:ext uri="{FF2B5EF4-FFF2-40B4-BE49-F238E27FC236}">
                <a16:creationId xmlns:a16="http://schemas.microsoft.com/office/drawing/2014/main" id="{6EFB8258-EF19-4832-89BA-D7EF3C557AED}"/>
              </a:ext>
            </a:extLst>
          </p:cNvPr>
          <p:cNvSpPr/>
          <p:nvPr/>
        </p:nvSpPr>
        <p:spPr>
          <a:xfrm>
            <a:off x="8443428" y="2622632"/>
            <a:ext cx="1207274" cy="422143"/>
          </a:xfrm>
          <a:prstGeom prst="ellipse">
            <a:avLst/>
          </a:prstGeom>
          <a:gradFill flip="none" rotWithShape="1">
            <a:gsLst>
              <a:gs pos="0">
                <a:schemeClr val="tx1"/>
              </a:gs>
              <a:gs pos="100000">
                <a:srgbClr val="1F871F"/>
              </a:gs>
            </a:gsLst>
            <a:path path="circle">
              <a:fillToRect l="50000" t="50000" r="50000" b="50000"/>
            </a:path>
            <a:tileRect/>
          </a:gradFill>
          <a:ln>
            <a:noFill/>
          </a:ln>
          <a:effectLst>
            <a:softEdge rad="165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7" name="Graphic 236" descr="Bank">
            <a:extLst>
              <a:ext uri="{FF2B5EF4-FFF2-40B4-BE49-F238E27FC236}">
                <a16:creationId xmlns:a16="http://schemas.microsoft.com/office/drawing/2014/main" id="{CCBA7CC1-EF70-4C94-A7B0-6D62B6CF39B4}"/>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787426" y="2319918"/>
            <a:ext cx="548640" cy="548640"/>
          </a:xfrm>
          <a:prstGeom prst="rect">
            <a:avLst/>
          </a:prstGeom>
          <a:effectLst>
            <a:outerShdw blurRad="76200" dir="13500000" sy="23000" kx="1200000" algn="br" rotWithShape="0">
              <a:prstClr val="black">
                <a:alpha val="20000"/>
              </a:prstClr>
            </a:outerShdw>
          </a:effectLst>
        </p:spPr>
      </p:pic>
    </p:spTree>
    <p:extLst>
      <p:ext uri="{BB962C8B-B14F-4D97-AF65-F5344CB8AC3E}">
        <p14:creationId xmlns:p14="http://schemas.microsoft.com/office/powerpoint/2010/main" val="262363320"/>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14:presetBounceEnd="56000">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14:bounceEnd="56000">
                                          <p:cBhvr additive="base">
                                            <p:cTn id="7" dur="500" fill="hold"/>
                                            <p:tgtEl>
                                              <p:spTgt spid="3"/>
                                            </p:tgtEl>
                                            <p:attrNameLst>
                                              <p:attrName>ppt_x</p:attrName>
                                            </p:attrNameLst>
                                          </p:cBhvr>
                                          <p:tavLst>
                                            <p:tav tm="0">
                                              <p:val>
                                                <p:strVal val="#ppt_x"/>
                                              </p:val>
                                            </p:tav>
                                            <p:tav tm="100000">
                                              <p:val>
                                                <p:strVal val="#ppt_x"/>
                                              </p:val>
                                            </p:tav>
                                          </p:tavLst>
                                        </p:anim>
                                        <p:anim calcmode="lin" valueType="num" p14:bounceEnd="56000">
                                          <p:cBhvr additive="base">
                                            <p:cTn id="8" dur="500" fill="hold"/>
                                            <p:tgtEl>
                                              <p:spTgt spid="3"/>
                                            </p:tgtEl>
                                            <p:attrNameLst>
                                              <p:attrName>ppt_y</p:attrName>
                                            </p:attrNameLst>
                                          </p:cBhvr>
                                          <p:tavLst>
                                            <p:tav tm="0">
                                              <p:val>
                                                <p:strVal val="0-#ppt_h/2"/>
                                              </p:val>
                                            </p:tav>
                                            <p:tav tm="100000">
                                              <p:val>
                                                <p:strVal val="#ppt_y"/>
                                              </p:val>
                                            </p:tav>
                                          </p:tavLst>
                                        </p:anim>
                                      </p:childTnLst>
                                    </p:cTn>
                                  </p:par>
                                  <p:par>
                                    <p:cTn id="9" presetID="10" presetClass="entr" presetSubtype="0" fill="hold" grpId="0" nodeType="withEffect">
                                      <p:stCondLst>
                                        <p:cond delay="25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par>
                              <p:cTn id="12" fill="hold">
                                <p:stCondLst>
                                  <p:cond delay="750"/>
                                </p:stCondLst>
                                <p:childTnLst>
                                  <p:par>
                                    <p:cTn id="13" presetID="22" presetClass="entr" presetSubtype="1" fill="hold" grpId="0" nodeType="afterEffect">
                                      <p:stCondLst>
                                        <p:cond delay="0"/>
                                      </p:stCondLst>
                                      <p:childTnLst>
                                        <p:set>
                                          <p:cBhvr>
                                            <p:cTn id="14" dur="1" fill="hold">
                                              <p:stCondLst>
                                                <p:cond delay="0"/>
                                              </p:stCondLst>
                                            </p:cTn>
                                            <p:tgtEl>
                                              <p:spTgt spid="209"/>
                                            </p:tgtEl>
                                            <p:attrNameLst>
                                              <p:attrName>style.visibility</p:attrName>
                                            </p:attrNameLst>
                                          </p:cBhvr>
                                          <p:to>
                                            <p:strVal val="visible"/>
                                          </p:to>
                                        </p:set>
                                        <p:animEffect transition="in" filter="wipe(up)">
                                          <p:cBhvr>
                                            <p:cTn id="15" dur="500"/>
                                            <p:tgtEl>
                                              <p:spTgt spid="209"/>
                                            </p:tgtEl>
                                          </p:cBhvr>
                                        </p:animEffect>
                                      </p:childTnLst>
                                    </p:cTn>
                                  </p:par>
                                </p:childTnLst>
                              </p:cTn>
                            </p:par>
                          </p:childTnLst>
                        </p:cTn>
                      </p:par>
                      <p:par>
                        <p:cTn id="16" fill="hold">
                          <p:stCondLst>
                            <p:cond delay="indefinite"/>
                          </p:stCondLst>
                          <p:childTnLst>
                            <p:par>
                              <p:cTn id="17" fill="hold">
                                <p:stCondLst>
                                  <p:cond delay="0"/>
                                </p:stCondLst>
                                <p:childTnLst>
                                  <p:par>
                                    <p:cTn id="18" presetID="23" presetClass="entr" presetSubtype="16" fill="hold" nodeType="clickEffect">
                                      <p:stCondLst>
                                        <p:cond delay="0"/>
                                      </p:stCondLst>
                                      <p:childTnLst>
                                        <p:set>
                                          <p:cBhvr>
                                            <p:cTn id="19" dur="1" fill="hold">
                                              <p:stCondLst>
                                                <p:cond delay="0"/>
                                              </p:stCondLst>
                                            </p:cTn>
                                            <p:tgtEl>
                                              <p:spTgt spid="189"/>
                                            </p:tgtEl>
                                            <p:attrNameLst>
                                              <p:attrName>style.visibility</p:attrName>
                                            </p:attrNameLst>
                                          </p:cBhvr>
                                          <p:to>
                                            <p:strVal val="visible"/>
                                          </p:to>
                                        </p:set>
                                        <p:anim calcmode="lin" valueType="num">
                                          <p:cBhvr>
                                            <p:cTn id="20" dur="500" fill="hold"/>
                                            <p:tgtEl>
                                              <p:spTgt spid="189"/>
                                            </p:tgtEl>
                                            <p:attrNameLst>
                                              <p:attrName>ppt_w</p:attrName>
                                            </p:attrNameLst>
                                          </p:cBhvr>
                                          <p:tavLst>
                                            <p:tav tm="0">
                                              <p:val>
                                                <p:fltVal val="0"/>
                                              </p:val>
                                            </p:tav>
                                            <p:tav tm="100000">
                                              <p:val>
                                                <p:strVal val="#ppt_w"/>
                                              </p:val>
                                            </p:tav>
                                          </p:tavLst>
                                        </p:anim>
                                        <p:anim calcmode="lin" valueType="num">
                                          <p:cBhvr>
                                            <p:cTn id="21" dur="500" fill="hold"/>
                                            <p:tgtEl>
                                              <p:spTgt spid="189"/>
                                            </p:tgtEl>
                                            <p:attrNameLst>
                                              <p:attrName>ppt_h</p:attrName>
                                            </p:attrNameLst>
                                          </p:cBhvr>
                                          <p:tavLst>
                                            <p:tav tm="0">
                                              <p:val>
                                                <p:fltVal val="0"/>
                                              </p:val>
                                            </p:tav>
                                            <p:tav tm="100000">
                                              <p:val>
                                                <p:strVal val="#ppt_h"/>
                                              </p:val>
                                            </p:tav>
                                          </p:tavLst>
                                        </p:anim>
                                      </p:childTnLst>
                                    </p:cTn>
                                  </p:par>
                                  <p:par>
                                    <p:cTn id="22" presetID="1" presetClass="entr" presetSubtype="0" fill="hold" grpId="0" nodeType="withEffect">
                                      <p:stCondLst>
                                        <p:cond delay="500"/>
                                      </p:stCondLst>
                                      <p:childTnLst>
                                        <p:set>
                                          <p:cBhvr>
                                            <p:cTn id="23" dur="1" fill="hold">
                                              <p:stCondLst>
                                                <p:cond delay="0"/>
                                              </p:stCondLst>
                                            </p:cTn>
                                            <p:tgtEl>
                                              <p:spTgt spid="225"/>
                                            </p:tgtEl>
                                            <p:attrNameLst>
                                              <p:attrName>style.visibility</p:attrName>
                                            </p:attrNameLst>
                                          </p:cBhvr>
                                          <p:to>
                                            <p:strVal val="visible"/>
                                          </p:to>
                                        </p:set>
                                      </p:childTnLst>
                                    </p:cTn>
                                  </p:par>
                                </p:childTnLst>
                              </p:cTn>
                            </p:par>
                            <p:par>
                              <p:cTn id="24" fill="hold">
                                <p:stCondLst>
                                  <p:cond delay="500"/>
                                </p:stCondLst>
                                <p:childTnLst>
                                  <p:par>
                                    <p:cTn id="25" presetID="2" presetClass="entr" presetSubtype="1" fill="hold" nodeType="afterEffect" p14:presetBounceEnd="60000">
                                      <p:stCondLst>
                                        <p:cond delay="0"/>
                                      </p:stCondLst>
                                      <p:childTnLst>
                                        <p:set>
                                          <p:cBhvr>
                                            <p:cTn id="26" dur="1" fill="hold">
                                              <p:stCondLst>
                                                <p:cond delay="0"/>
                                              </p:stCondLst>
                                            </p:cTn>
                                            <p:tgtEl>
                                              <p:spTgt spid="235"/>
                                            </p:tgtEl>
                                            <p:attrNameLst>
                                              <p:attrName>style.visibility</p:attrName>
                                            </p:attrNameLst>
                                          </p:cBhvr>
                                          <p:to>
                                            <p:strVal val="visible"/>
                                          </p:to>
                                        </p:set>
                                        <p:anim calcmode="lin" valueType="num" p14:bounceEnd="60000">
                                          <p:cBhvr additive="base">
                                            <p:cTn id="27" dur="500" fill="hold"/>
                                            <p:tgtEl>
                                              <p:spTgt spid="235"/>
                                            </p:tgtEl>
                                            <p:attrNameLst>
                                              <p:attrName>ppt_x</p:attrName>
                                            </p:attrNameLst>
                                          </p:cBhvr>
                                          <p:tavLst>
                                            <p:tav tm="0">
                                              <p:val>
                                                <p:strVal val="#ppt_x"/>
                                              </p:val>
                                            </p:tav>
                                            <p:tav tm="100000">
                                              <p:val>
                                                <p:strVal val="#ppt_x"/>
                                              </p:val>
                                            </p:tav>
                                          </p:tavLst>
                                        </p:anim>
                                        <p:anim calcmode="lin" valueType="num" p14:bounceEnd="60000">
                                          <p:cBhvr additive="base">
                                            <p:cTn id="28" dur="500" fill="hold"/>
                                            <p:tgtEl>
                                              <p:spTgt spid="235"/>
                                            </p:tgtEl>
                                            <p:attrNameLst>
                                              <p:attrName>ppt_y</p:attrName>
                                            </p:attrNameLst>
                                          </p:cBhvr>
                                          <p:tavLst>
                                            <p:tav tm="0">
                                              <p:val>
                                                <p:strVal val="0-#ppt_h/2"/>
                                              </p:val>
                                            </p:tav>
                                            <p:tav tm="100000">
                                              <p:val>
                                                <p:strVal val="#ppt_y"/>
                                              </p:val>
                                            </p:tav>
                                          </p:tavLst>
                                        </p:anim>
                                      </p:childTnLst>
                                    </p:cTn>
                                  </p:par>
                                </p:childTnLst>
                              </p:cTn>
                            </p:par>
                            <p:par>
                              <p:cTn id="29" fill="hold">
                                <p:stCondLst>
                                  <p:cond delay="1000"/>
                                </p:stCondLst>
                                <p:childTnLst>
                                  <p:par>
                                    <p:cTn id="30" presetID="10" presetClass="entr" presetSubtype="0" fill="hold" grpId="0" nodeType="afterEffect">
                                      <p:stCondLst>
                                        <p:cond delay="0"/>
                                      </p:stCondLst>
                                      <p:childTnLst>
                                        <p:set>
                                          <p:cBhvr>
                                            <p:cTn id="31" dur="1" fill="hold">
                                              <p:stCondLst>
                                                <p:cond delay="0"/>
                                              </p:stCondLst>
                                            </p:cTn>
                                            <p:tgtEl>
                                              <p:spTgt spid="48"/>
                                            </p:tgtEl>
                                            <p:attrNameLst>
                                              <p:attrName>style.visibility</p:attrName>
                                            </p:attrNameLst>
                                          </p:cBhvr>
                                          <p:to>
                                            <p:strVal val="visible"/>
                                          </p:to>
                                        </p:set>
                                        <p:animEffect transition="in" filter="fade">
                                          <p:cBhvr>
                                            <p:cTn id="32" dur="500"/>
                                            <p:tgtEl>
                                              <p:spTgt spid="48"/>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09"/>
                                            </p:tgtEl>
                                            <p:attrNameLst>
                                              <p:attrName>style.visibility</p:attrName>
                                            </p:attrNameLst>
                                          </p:cBhvr>
                                          <p:to>
                                            <p:strVal val="visible"/>
                                          </p:to>
                                        </p:set>
                                        <p:anim calcmode="lin" valueType="num">
                                          <p:cBhvr additive="base">
                                            <p:cTn id="37" dur="500" fill="hold"/>
                                            <p:tgtEl>
                                              <p:spTgt spid="409"/>
                                            </p:tgtEl>
                                            <p:attrNameLst>
                                              <p:attrName>ppt_x</p:attrName>
                                            </p:attrNameLst>
                                          </p:cBhvr>
                                          <p:tavLst>
                                            <p:tav tm="0">
                                              <p:val>
                                                <p:strVal val="#ppt_x"/>
                                              </p:val>
                                            </p:tav>
                                            <p:tav tm="100000">
                                              <p:val>
                                                <p:strVal val="#ppt_x"/>
                                              </p:val>
                                            </p:tav>
                                          </p:tavLst>
                                        </p:anim>
                                        <p:anim calcmode="lin" valueType="num">
                                          <p:cBhvr additive="base">
                                            <p:cTn id="38" dur="500" fill="hold"/>
                                            <p:tgtEl>
                                              <p:spTgt spid="409"/>
                                            </p:tgtEl>
                                            <p:attrNameLst>
                                              <p:attrName>ppt_y</p:attrName>
                                            </p:attrNameLst>
                                          </p:cBhvr>
                                          <p:tavLst>
                                            <p:tav tm="0">
                                              <p:val>
                                                <p:strVal val="1+#ppt_h/2"/>
                                              </p:val>
                                            </p:tav>
                                            <p:tav tm="100000">
                                              <p:val>
                                                <p:strVal val="#ppt_y"/>
                                              </p:val>
                                            </p:tav>
                                          </p:tavLst>
                                        </p:anim>
                                      </p:childTnLst>
                                    </p:cTn>
                                  </p:par>
                                </p:childTnLst>
                              </p:cTn>
                            </p:par>
                            <p:par>
                              <p:cTn id="39" fill="hold">
                                <p:stCondLst>
                                  <p:cond delay="500"/>
                                </p:stCondLst>
                                <p:childTnLst>
                                  <p:par>
                                    <p:cTn id="40" presetID="22" presetClass="entr" presetSubtype="2" fill="hold" grpId="0" nodeType="afterEffect">
                                      <p:stCondLst>
                                        <p:cond delay="0"/>
                                      </p:stCondLst>
                                      <p:childTnLst>
                                        <p:set>
                                          <p:cBhvr>
                                            <p:cTn id="41" dur="1" fill="hold">
                                              <p:stCondLst>
                                                <p:cond delay="0"/>
                                              </p:stCondLst>
                                            </p:cTn>
                                            <p:tgtEl>
                                              <p:spTgt spid="190"/>
                                            </p:tgtEl>
                                            <p:attrNameLst>
                                              <p:attrName>style.visibility</p:attrName>
                                            </p:attrNameLst>
                                          </p:cBhvr>
                                          <p:to>
                                            <p:strVal val="visible"/>
                                          </p:to>
                                        </p:set>
                                        <p:animEffect transition="in" filter="wipe(right)">
                                          <p:cBhvr>
                                            <p:cTn id="42" dur="500"/>
                                            <p:tgtEl>
                                              <p:spTgt spid="190"/>
                                            </p:tgtEl>
                                          </p:cBhvr>
                                        </p:animEffect>
                                      </p:childTnLst>
                                    </p:cTn>
                                  </p:par>
                                </p:childTnLst>
                              </p:cTn>
                            </p:par>
                          </p:childTnLst>
                        </p:cTn>
                      </p:par>
                      <p:par>
                        <p:cTn id="43" fill="hold">
                          <p:stCondLst>
                            <p:cond delay="indefinite"/>
                          </p:stCondLst>
                          <p:childTnLst>
                            <p:par>
                              <p:cTn id="44" fill="hold">
                                <p:stCondLst>
                                  <p:cond delay="0"/>
                                </p:stCondLst>
                                <p:childTnLst>
                                  <p:par>
                                    <p:cTn id="45" presetID="23" presetClass="entr" presetSubtype="16" fill="hold" nodeType="clickEffect">
                                      <p:stCondLst>
                                        <p:cond delay="0"/>
                                      </p:stCondLst>
                                      <p:childTnLst>
                                        <p:set>
                                          <p:cBhvr>
                                            <p:cTn id="46" dur="1" fill="hold">
                                              <p:stCondLst>
                                                <p:cond delay="0"/>
                                              </p:stCondLst>
                                            </p:cTn>
                                            <p:tgtEl>
                                              <p:spTgt spid="195"/>
                                            </p:tgtEl>
                                            <p:attrNameLst>
                                              <p:attrName>style.visibility</p:attrName>
                                            </p:attrNameLst>
                                          </p:cBhvr>
                                          <p:to>
                                            <p:strVal val="visible"/>
                                          </p:to>
                                        </p:set>
                                        <p:anim calcmode="lin" valueType="num">
                                          <p:cBhvr>
                                            <p:cTn id="47" dur="500" fill="hold"/>
                                            <p:tgtEl>
                                              <p:spTgt spid="195"/>
                                            </p:tgtEl>
                                            <p:attrNameLst>
                                              <p:attrName>ppt_w</p:attrName>
                                            </p:attrNameLst>
                                          </p:cBhvr>
                                          <p:tavLst>
                                            <p:tav tm="0">
                                              <p:val>
                                                <p:fltVal val="0"/>
                                              </p:val>
                                            </p:tav>
                                            <p:tav tm="100000">
                                              <p:val>
                                                <p:strVal val="#ppt_w"/>
                                              </p:val>
                                            </p:tav>
                                          </p:tavLst>
                                        </p:anim>
                                        <p:anim calcmode="lin" valueType="num">
                                          <p:cBhvr>
                                            <p:cTn id="48" dur="500" fill="hold"/>
                                            <p:tgtEl>
                                              <p:spTgt spid="195"/>
                                            </p:tgtEl>
                                            <p:attrNameLst>
                                              <p:attrName>ppt_h</p:attrName>
                                            </p:attrNameLst>
                                          </p:cBhvr>
                                          <p:tavLst>
                                            <p:tav tm="0">
                                              <p:val>
                                                <p:fltVal val="0"/>
                                              </p:val>
                                            </p:tav>
                                            <p:tav tm="100000">
                                              <p:val>
                                                <p:strVal val="#ppt_h"/>
                                              </p:val>
                                            </p:tav>
                                          </p:tavLst>
                                        </p:anim>
                                      </p:childTnLst>
                                    </p:cTn>
                                  </p:par>
                                  <p:par>
                                    <p:cTn id="49" presetID="1" presetClass="entr" presetSubtype="0" fill="hold" grpId="0" nodeType="withEffect">
                                      <p:stCondLst>
                                        <p:cond delay="500"/>
                                      </p:stCondLst>
                                      <p:childTnLst>
                                        <p:set>
                                          <p:cBhvr>
                                            <p:cTn id="50" dur="1" fill="hold">
                                              <p:stCondLst>
                                                <p:cond delay="0"/>
                                              </p:stCondLst>
                                            </p:cTn>
                                            <p:tgtEl>
                                              <p:spTgt spid="226"/>
                                            </p:tgtEl>
                                            <p:attrNameLst>
                                              <p:attrName>style.visibility</p:attrName>
                                            </p:attrNameLst>
                                          </p:cBhvr>
                                          <p:to>
                                            <p:strVal val="visible"/>
                                          </p:to>
                                        </p:set>
                                      </p:childTnLst>
                                    </p:cTn>
                                  </p:par>
                                </p:childTnLst>
                              </p:cTn>
                            </p:par>
                            <p:par>
                              <p:cTn id="51" fill="hold">
                                <p:stCondLst>
                                  <p:cond delay="500"/>
                                </p:stCondLst>
                                <p:childTnLst>
                                  <p:par>
                                    <p:cTn id="52" presetID="2" presetClass="entr" presetSubtype="1" fill="hold" nodeType="afterEffect" p14:presetBounceEnd="60000">
                                      <p:stCondLst>
                                        <p:cond delay="0"/>
                                      </p:stCondLst>
                                      <p:childTnLst>
                                        <p:set>
                                          <p:cBhvr>
                                            <p:cTn id="53" dur="1" fill="hold">
                                              <p:stCondLst>
                                                <p:cond delay="0"/>
                                              </p:stCondLst>
                                            </p:cTn>
                                            <p:tgtEl>
                                              <p:spTgt spid="231"/>
                                            </p:tgtEl>
                                            <p:attrNameLst>
                                              <p:attrName>style.visibility</p:attrName>
                                            </p:attrNameLst>
                                          </p:cBhvr>
                                          <p:to>
                                            <p:strVal val="visible"/>
                                          </p:to>
                                        </p:set>
                                        <p:anim calcmode="lin" valueType="num" p14:bounceEnd="60000">
                                          <p:cBhvr additive="base">
                                            <p:cTn id="54" dur="500" fill="hold"/>
                                            <p:tgtEl>
                                              <p:spTgt spid="231"/>
                                            </p:tgtEl>
                                            <p:attrNameLst>
                                              <p:attrName>ppt_x</p:attrName>
                                            </p:attrNameLst>
                                          </p:cBhvr>
                                          <p:tavLst>
                                            <p:tav tm="0">
                                              <p:val>
                                                <p:strVal val="#ppt_x"/>
                                              </p:val>
                                            </p:tav>
                                            <p:tav tm="100000">
                                              <p:val>
                                                <p:strVal val="#ppt_x"/>
                                              </p:val>
                                            </p:tav>
                                          </p:tavLst>
                                        </p:anim>
                                        <p:anim calcmode="lin" valueType="num" p14:bounceEnd="60000">
                                          <p:cBhvr additive="base">
                                            <p:cTn id="55" dur="500" fill="hold"/>
                                            <p:tgtEl>
                                              <p:spTgt spid="231"/>
                                            </p:tgtEl>
                                            <p:attrNameLst>
                                              <p:attrName>ppt_y</p:attrName>
                                            </p:attrNameLst>
                                          </p:cBhvr>
                                          <p:tavLst>
                                            <p:tav tm="0">
                                              <p:val>
                                                <p:strVal val="0-#ppt_h/2"/>
                                              </p:val>
                                            </p:tav>
                                            <p:tav tm="100000">
                                              <p:val>
                                                <p:strVal val="#ppt_y"/>
                                              </p:val>
                                            </p:tav>
                                          </p:tavLst>
                                        </p:anim>
                                      </p:childTnLst>
                                    </p:cTn>
                                  </p:par>
                                </p:childTnLst>
                              </p:cTn>
                            </p:par>
                            <p:par>
                              <p:cTn id="56" fill="hold">
                                <p:stCondLst>
                                  <p:cond delay="1000"/>
                                </p:stCondLst>
                                <p:childTnLst>
                                  <p:par>
                                    <p:cTn id="57" presetID="10" presetClass="entr" presetSubtype="0" fill="hold" grpId="0" nodeType="afterEffect">
                                      <p:stCondLst>
                                        <p:cond delay="0"/>
                                      </p:stCondLst>
                                      <p:childTnLst>
                                        <p:set>
                                          <p:cBhvr>
                                            <p:cTn id="58" dur="1" fill="hold">
                                              <p:stCondLst>
                                                <p:cond delay="0"/>
                                              </p:stCondLst>
                                            </p:cTn>
                                            <p:tgtEl>
                                              <p:spTgt spid="49"/>
                                            </p:tgtEl>
                                            <p:attrNameLst>
                                              <p:attrName>style.visibility</p:attrName>
                                            </p:attrNameLst>
                                          </p:cBhvr>
                                          <p:to>
                                            <p:strVal val="visible"/>
                                          </p:to>
                                        </p:set>
                                        <p:animEffect transition="in" filter="fade">
                                          <p:cBhvr>
                                            <p:cTn id="59" dur="500"/>
                                            <p:tgtEl>
                                              <p:spTgt spid="49"/>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8"/>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23" presetClass="entr" presetSubtype="16" fill="hold" nodeType="clickEffect">
                                      <p:stCondLst>
                                        <p:cond delay="0"/>
                                      </p:stCondLst>
                                      <p:childTnLst>
                                        <p:set>
                                          <p:cBhvr>
                                            <p:cTn id="67" dur="1" fill="hold">
                                              <p:stCondLst>
                                                <p:cond delay="0"/>
                                              </p:stCondLst>
                                            </p:cTn>
                                            <p:tgtEl>
                                              <p:spTgt spid="200"/>
                                            </p:tgtEl>
                                            <p:attrNameLst>
                                              <p:attrName>style.visibility</p:attrName>
                                            </p:attrNameLst>
                                          </p:cBhvr>
                                          <p:to>
                                            <p:strVal val="visible"/>
                                          </p:to>
                                        </p:set>
                                        <p:anim calcmode="lin" valueType="num">
                                          <p:cBhvr>
                                            <p:cTn id="68" dur="500" fill="hold"/>
                                            <p:tgtEl>
                                              <p:spTgt spid="200"/>
                                            </p:tgtEl>
                                            <p:attrNameLst>
                                              <p:attrName>ppt_w</p:attrName>
                                            </p:attrNameLst>
                                          </p:cBhvr>
                                          <p:tavLst>
                                            <p:tav tm="0">
                                              <p:val>
                                                <p:fltVal val="0"/>
                                              </p:val>
                                            </p:tav>
                                            <p:tav tm="100000">
                                              <p:val>
                                                <p:strVal val="#ppt_w"/>
                                              </p:val>
                                            </p:tav>
                                          </p:tavLst>
                                        </p:anim>
                                        <p:anim calcmode="lin" valueType="num">
                                          <p:cBhvr>
                                            <p:cTn id="69" dur="500" fill="hold"/>
                                            <p:tgtEl>
                                              <p:spTgt spid="200"/>
                                            </p:tgtEl>
                                            <p:attrNameLst>
                                              <p:attrName>ppt_h</p:attrName>
                                            </p:attrNameLst>
                                          </p:cBhvr>
                                          <p:tavLst>
                                            <p:tav tm="0">
                                              <p:val>
                                                <p:fltVal val="0"/>
                                              </p:val>
                                            </p:tav>
                                            <p:tav tm="100000">
                                              <p:val>
                                                <p:strVal val="#ppt_h"/>
                                              </p:val>
                                            </p:tav>
                                          </p:tavLst>
                                        </p:anim>
                                      </p:childTnLst>
                                    </p:cTn>
                                  </p:par>
                                  <p:par>
                                    <p:cTn id="70" presetID="1" presetClass="entr" presetSubtype="0" fill="hold" grpId="0" nodeType="withEffect">
                                      <p:stCondLst>
                                        <p:cond delay="500"/>
                                      </p:stCondLst>
                                      <p:childTnLst>
                                        <p:set>
                                          <p:cBhvr>
                                            <p:cTn id="71" dur="1" fill="hold">
                                              <p:stCondLst>
                                                <p:cond delay="0"/>
                                              </p:stCondLst>
                                            </p:cTn>
                                            <p:tgtEl>
                                              <p:spTgt spid="227"/>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413"/>
                                            </p:tgtEl>
                                            <p:attrNameLst>
                                              <p:attrName>style.visibility</p:attrName>
                                            </p:attrNameLst>
                                          </p:cBhvr>
                                          <p:to>
                                            <p:strVal val="visible"/>
                                          </p:to>
                                        </p:set>
                                      </p:childTnLst>
                                    </p:cTn>
                                  </p:par>
                                </p:childTnLst>
                              </p:cTn>
                            </p:par>
                            <p:par>
                              <p:cTn id="76" fill="hold">
                                <p:stCondLst>
                                  <p:cond delay="0"/>
                                </p:stCondLst>
                                <p:childTnLst>
                                  <p:par>
                                    <p:cTn id="77" presetID="2" presetClass="entr" presetSubtype="1" fill="hold" nodeType="afterEffect" p14:presetBounceEnd="60000">
                                      <p:stCondLst>
                                        <p:cond delay="0"/>
                                      </p:stCondLst>
                                      <p:childTnLst>
                                        <p:set>
                                          <p:cBhvr>
                                            <p:cTn id="78" dur="1" fill="hold">
                                              <p:stCondLst>
                                                <p:cond delay="0"/>
                                              </p:stCondLst>
                                            </p:cTn>
                                            <p:tgtEl>
                                              <p:spTgt spid="233"/>
                                            </p:tgtEl>
                                            <p:attrNameLst>
                                              <p:attrName>style.visibility</p:attrName>
                                            </p:attrNameLst>
                                          </p:cBhvr>
                                          <p:to>
                                            <p:strVal val="visible"/>
                                          </p:to>
                                        </p:set>
                                        <p:anim calcmode="lin" valueType="num" p14:bounceEnd="60000">
                                          <p:cBhvr additive="base">
                                            <p:cTn id="79" dur="500" fill="hold"/>
                                            <p:tgtEl>
                                              <p:spTgt spid="233"/>
                                            </p:tgtEl>
                                            <p:attrNameLst>
                                              <p:attrName>ppt_x</p:attrName>
                                            </p:attrNameLst>
                                          </p:cBhvr>
                                          <p:tavLst>
                                            <p:tav tm="0">
                                              <p:val>
                                                <p:strVal val="#ppt_x"/>
                                              </p:val>
                                            </p:tav>
                                            <p:tav tm="100000">
                                              <p:val>
                                                <p:strVal val="#ppt_x"/>
                                              </p:val>
                                            </p:tav>
                                          </p:tavLst>
                                        </p:anim>
                                        <p:anim calcmode="lin" valueType="num" p14:bounceEnd="60000">
                                          <p:cBhvr additive="base">
                                            <p:cTn id="80" dur="500" fill="hold"/>
                                            <p:tgtEl>
                                              <p:spTgt spid="233"/>
                                            </p:tgtEl>
                                            <p:attrNameLst>
                                              <p:attrName>ppt_y</p:attrName>
                                            </p:attrNameLst>
                                          </p:cBhvr>
                                          <p:tavLst>
                                            <p:tav tm="0">
                                              <p:val>
                                                <p:strVal val="0-#ppt_h/2"/>
                                              </p:val>
                                            </p:tav>
                                            <p:tav tm="100000">
                                              <p:val>
                                                <p:strVal val="#ppt_y"/>
                                              </p:val>
                                            </p:tav>
                                          </p:tavLst>
                                        </p:anim>
                                      </p:childTnLst>
                                    </p:cTn>
                                  </p:par>
                                </p:childTnLst>
                              </p:cTn>
                            </p:par>
                            <p:par>
                              <p:cTn id="81" fill="hold">
                                <p:stCondLst>
                                  <p:cond delay="500"/>
                                </p:stCondLst>
                                <p:childTnLst>
                                  <p:par>
                                    <p:cTn id="82" presetID="10" presetClass="entr" presetSubtype="0" fill="hold" grpId="0" nodeType="afterEffect">
                                      <p:stCondLst>
                                        <p:cond delay="0"/>
                                      </p:stCondLst>
                                      <p:childTnLst>
                                        <p:set>
                                          <p:cBhvr>
                                            <p:cTn id="83" dur="1" fill="hold">
                                              <p:stCondLst>
                                                <p:cond delay="0"/>
                                              </p:stCondLst>
                                            </p:cTn>
                                            <p:tgtEl>
                                              <p:spTgt spid="50"/>
                                            </p:tgtEl>
                                            <p:attrNameLst>
                                              <p:attrName>style.visibility</p:attrName>
                                            </p:attrNameLst>
                                          </p:cBhvr>
                                          <p:to>
                                            <p:strVal val="visible"/>
                                          </p:to>
                                        </p:set>
                                        <p:animEffect transition="in" filter="fade">
                                          <p:cBhvr>
                                            <p:cTn id="84" dur="500"/>
                                            <p:tgtEl>
                                              <p:spTgt spid="50"/>
                                            </p:tgtEl>
                                          </p:cBhvr>
                                        </p:animEffect>
                                      </p:childTnLst>
                                    </p:cTn>
                                  </p:par>
                                </p:childTnLst>
                              </p:cTn>
                            </p:par>
                          </p:childTnLst>
                        </p:cTn>
                      </p:par>
                      <p:par>
                        <p:cTn id="85" fill="hold">
                          <p:stCondLst>
                            <p:cond delay="indefinite"/>
                          </p:stCondLst>
                          <p:childTnLst>
                            <p:par>
                              <p:cTn id="86" fill="hold">
                                <p:stCondLst>
                                  <p:cond delay="0"/>
                                </p:stCondLst>
                                <p:childTnLst>
                                  <p:par>
                                    <p:cTn id="87" presetID="23" presetClass="entr" presetSubtype="16" fill="hold" nodeType="clickEffect">
                                      <p:stCondLst>
                                        <p:cond delay="0"/>
                                      </p:stCondLst>
                                      <p:childTnLst>
                                        <p:set>
                                          <p:cBhvr>
                                            <p:cTn id="88" dur="1" fill="hold">
                                              <p:stCondLst>
                                                <p:cond delay="0"/>
                                              </p:stCondLst>
                                            </p:cTn>
                                            <p:tgtEl>
                                              <p:spTgt spid="212"/>
                                            </p:tgtEl>
                                            <p:attrNameLst>
                                              <p:attrName>style.visibility</p:attrName>
                                            </p:attrNameLst>
                                          </p:cBhvr>
                                          <p:to>
                                            <p:strVal val="visible"/>
                                          </p:to>
                                        </p:set>
                                        <p:anim calcmode="lin" valueType="num">
                                          <p:cBhvr>
                                            <p:cTn id="89" dur="500" fill="hold"/>
                                            <p:tgtEl>
                                              <p:spTgt spid="212"/>
                                            </p:tgtEl>
                                            <p:attrNameLst>
                                              <p:attrName>ppt_w</p:attrName>
                                            </p:attrNameLst>
                                          </p:cBhvr>
                                          <p:tavLst>
                                            <p:tav tm="0">
                                              <p:val>
                                                <p:fltVal val="0"/>
                                              </p:val>
                                            </p:tav>
                                            <p:tav tm="100000">
                                              <p:val>
                                                <p:strVal val="#ppt_w"/>
                                              </p:val>
                                            </p:tav>
                                          </p:tavLst>
                                        </p:anim>
                                        <p:anim calcmode="lin" valueType="num">
                                          <p:cBhvr>
                                            <p:cTn id="90" dur="500" fill="hold"/>
                                            <p:tgtEl>
                                              <p:spTgt spid="212"/>
                                            </p:tgtEl>
                                            <p:attrNameLst>
                                              <p:attrName>ppt_h</p:attrName>
                                            </p:attrNameLst>
                                          </p:cBhvr>
                                          <p:tavLst>
                                            <p:tav tm="0">
                                              <p:val>
                                                <p:fltVal val="0"/>
                                              </p:val>
                                            </p:tav>
                                            <p:tav tm="100000">
                                              <p:val>
                                                <p:strVal val="#ppt_h"/>
                                              </p:val>
                                            </p:tav>
                                          </p:tavLst>
                                        </p:anim>
                                      </p:childTnLst>
                                    </p:cTn>
                                  </p:par>
                                  <p:par>
                                    <p:cTn id="91" presetID="1" presetClass="entr" presetSubtype="0" fill="hold" grpId="0" nodeType="withEffect">
                                      <p:stCondLst>
                                        <p:cond delay="500"/>
                                      </p:stCondLst>
                                      <p:childTnLst>
                                        <p:set>
                                          <p:cBhvr>
                                            <p:cTn id="92" dur="1" fill="hold">
                                              <p:stCondLst>
                                                <p:cond delay="0"/>
                                              </p:stCondLst>
                                            </p:cTn>
                                            <p:tgtEl>
                                              <p:spTgt spid="228"/>
                                            </p:tgtEl>
                                            <p:attrNameLst>
                                              <p:attrName>style.visibility</p:attrName>
                                            </p:attrNameLst>
                                          </p:cBhvr>
                                          <p:to>
                                            <p:strVal val="visible"/>
                                          </p:to>
                                        </p:set>
                                      </p:childTnLst>
                                    </p:cTn>
                                  </p:par>
                                </p:childTnLst>
                              </p:cTn>
                            </p:par>
                            <p:par>
                              <p:cTn id="93" fill="hold">
                                <p:stCondLst>
                                  <p:cond delay="500"/>
                                </p:stCondLst>
                                <p:childTnLst>
                                  <p:par>
                                    <p:cTn id="94" presetID="10" presetClass="entr" presetSubtype="0" fill="hold" nodeType="afterEffect">
                                      <p:stCondLst>
                                        <p:cond delay="0"/>
                                      </p:stCondLst>
                                      <p:childTnLst>
                                        <p:set>
                                          <p:cBhvr>
                                            <p:cTn id="95" dur="1" fill="hold">
                                              <p:stCondLst>
                                                <p:cond delay="0"/>
                                              </p:stCondLst>
                                            </p:cTn>
                                            <p:tgtEl>
                                              <p:spTgt spid="239"/>
                                            </p:tgtEl>
                                            <p:attrNameLst>
                                              <p:attrName>style.visibility</p:attrName>
                                            </p:attrNameLst>
                                          </p:cBhvr>
                                          <p:to>
                                            <p:strVal val="visible"/>
                                          </p:to>
                                        </p:set>
                                        <p:animEffect transition="in" filter="fade">
                                          <p:cBhvr>
                                            <p:cTn id="96" dur="500"/>
                                            <p:tgtEl>
                                              <p:spTgt spid="239"/>
                                            </p:tgtEl>
                                          </p:cBhvr>
                                        </p:animEffect>
                                      </p:childTnLst>
                                    </p:cTn>
                                  </p:par>
                                </p:childTnLst>
                              </p:cTn>
                            </p:par>
                            <p:par>
                              <p:cTn id="97" fill="hold">
                                <p:stCondLst>
                                  <p:cond delay="1000"/>
                                </p:stCondLst>
                                <p:childTnLst>
                                  <p:par>
                                    <p:cTn id="98" presetID="10" presetClass="entr" presetSubtype="0" fill="hold" grpId="0" nodeType="afterEffect">
                                      <p:stCondLst>
                                        <p:cond delay="0"/>
                                      </p:stCondLst>
                                      <p:childTnLst>
                                        <p:set>
                                          <p:cBhvr>
                                            <p:cTn id="99" dur="1" fill="hold">
                                              <p:stCondLst>
                                                <p:cond delay="0"/>
                                              </p:stCondLst>
                                            </p:cTn>
                                            <p:tgtEl>
                                              <p:spTgt spid="51"/>
                                            </p:tgtEl>
                                            <p:attrNameLst>
                                              <p:attrName>style.visibility</p:attrName>
                                            </p:attrNameLst>
                                          </p:cBhvr>
                                          <p:to>
                                            <p:strVal val="visible"/>
                                          </p:to>
                                        </p:set>
                                        <p:animEffect transition="in" filter="fade">
                                          <p:cBhvr>
                                            <p:cTn id="100" dur="500"/>
                                            <p:tgtEl>
                                              <p:spTgt spid="51"/>
                                            </p:tgtEl>
                                          </p:cBhvr>
                                        </p:animEffec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415"/>
                                            </p:tgtEl>
                                            <p:attrNameLst>
                                              <p:attrName>style.visibility</p:attrName>
                                            </p:attrNameLst>
                                          </p:cBhvr>
                                          <p:to>
                                            <p:strVal val="visible"/>
                                          </p:to>
                                        </p:set>
                                      </p:childTnLst>
                                    </p:cTn>
                                  </p:par>
                                </p:childTnLst>
                              </p:cTn>
                            </p:par>
                            <p:par>
                              <p:cTn id="105" fill="hold">
                                <p:stCondLst>
                                  <p:cond delay="0"/>
                                </p:stCondLst>
                                <p:childTnLst>
                                  <p:par>
                                    <p:cTn id="106" presetID="22" presetClass="entr" presetSubtype="8" fill="hold" grpId="0" nodeType="afterEffect">
                                      <p:stCondLst>
                                        <p:cond delay="0"/>
                                      </p:stCondLst>
                                      <p:childTnLst>
                                        <p:set>
                                          <p:cBhvr>
                                            <p:cTn id="107" dur="1" fill="hold">
                                              <p:stCondLst>
                                                <p:cond delay="0"/>
                                              </p:stCondLst>
                                            </p:cTn>
                                            <p:tgtEl>
                                              <p:spTgt spid="418"/>
                                            </p:tgtEl>
                                            <p:attrNameLst>
                                              <p:attrName>style.visibility</p:attrName>
                                            </p:attrNameLst>
                                          </p:cBhvr>
                                          <p:to>
                                            <p:strVal val="visible"/>
                                          </p:to>
                                        </p:set>
                                        <p:animEffect transition="in" filter="wipe(left)">
                                          <p:cBhvr>
                                            <p:cTn id="108" dur="500"/>
                                            <p:tgtEl>
                                              <p:spTgt spid="418"/>
                                            </p:tgtEl>
                                          </p:cBhvr>
                                        </p:animEffect>
                                      </p:childTnLst>
                                    </p:cTn>
                                  </p:par>
                                </p:childTnLst>
                              </p:cTn>
                            </p:par>
                          </p:childTnLst>
                        </p:cTn>
                      </p:par>
                      <p:par>
                        <p:cTn id="109" fill="hold">
                          <p:stCondLst>
                            <p:cond delay="indefinite"/>
                          </p:stCondLst>
                          <p:childTnLst>
                            <p:par>
                              <p:cTn id="110" fill="hold">
                                <p:stCondLst>
                                  <p:cond delay="0"/>
                                </p:stCondLst>
                                <p:childTnLst>
                                  <p:par>
                                    <p:cTn id="111" presetID="23" presetClass="entr" presetSubtype="16" fill="hold" nodeType="clickEffect">
                                      <p:stCondLst>
                                        <p:cond delay="0"/>
                                      </p:stCondLst>
                                      <p:childTnLst>
                                        <p:set>
                                          <p:cBhvr>
                                            <p:cTn id="112" dur="1" fill="hold">
                                              <p:stCondLst>
                                                <p:cond delay="0"/>
                                              </p:stCondLst>
                                            </p:cTn>
                                            <p:tgtEl>
                                              <p:spTgt spid="205"/>
                                            </p:tgtEl>
                                            <p:attrNameLst>
                                              <p:attrName>style.visibility</p:attrName>
                                            </p:attrNameLst>
                                          </p:cBhvr>
                                          <p:to>
                                            <p:strVal val="visible"/>
                                          </p:to>
                                        </p:set>
                                        <p:anim calcmode="lin" valueType="num">
                                          <p:cBhvr>
                                            <p:cTn id="113" dur="500" fill="hold"/>
                                            <p:tgtEl>
                                              <p:spTgt spid="205"/>
                                            </p:tgtEl>
                                            <p:attrNameLst>
                                              <p:attrName>ppt_w</p:attrName>
                                            </p:attrNameLst>
                                          </p:cBhvr>
                                          <p:tavLst>
                                            <p:tav tm="0">
                                              <p:val>
                                                <p:fltVal val="0"/>
                                              </p:val>
                                            </p:tav>
                                            <p:tav tm="100000">
                                              <p:val>
                                                <p:strVal val="#ppt_w"/>
                                              </p:val>
                                            </p:tav>
                                          </p:tavLst>
                                        </p:anim>
                                        <p:anim calcmode="lin" valueType="num">
                                          <p:cBhvr>
                                            <p:cTn id="114" dur="500" fill="hold"/>
                                            <p:tgtEl>
                                              <p:spTgt spid="205"/>
                                            </p:tgtEl>
                                            <p:attrNameLst>
                                              <p:attrName>ppt_h</p:attrName>
                                            </p:attrNameLst>
                                          </p:cBhvr>
                                          <p:tavLst>
                                            <p:tav tm="0">
                                              <p:val>
                                                <p:fltVal val="0"/>
                                              </p:val>
                                            </p:tav>
                                            <p:tav tm="100000">
                                              <p:val>
                                                <p:strVal val="#ppt_h"/>
                                              </p:val>
                                            </p:tav>
                                          </p:tavLst>
                                        </p:anim>
                                      </p:childTnLst>
                                    </p:cTn>
                                  </p:par>
                                  <p:par>
                                    <p:cTn id="115" presetID="1" presetClass="entr" presetSubtype="0" fill="hold" grpId="0" nodeType="withEffect">
                                      <p:stCondLst>
                                        <p:cond delay="500"/>
                                      </p:stCondLst>
                                      <p:childTnLst>
                                        <p:set>
                                          <p:cBhvr>
                                            <p:cTn id="116" dur="1" fill="hold">
                                              <p:stCondLst>
                                                <p:cond delay="0"/>
                                              </p:stCondLst>
                                            </p:cTn>
                                            <p:tgtEl>
                                              <p:spTgt spid="229"/>
                                            </p:tgtEl>
                                            <p:attrNameLst>
                                              <p:attrName>style.visibility</p:attrName>
                                            </p:attrNameLst>
                                          </p:cBhvr>
                                          <p:to>
                                            <p:strVal val="visible"/>
                                          </p:to>
                                        </p:set>
                                      </p:childTnLst>
                                    </p:cTn>
                                  </p:par>
                                </p:childTnLst>
                              </p:cTn>
                            </p:par>
                            <p:par>
                              <p:cTn id="117" fill="hold">
                                <p:stCondLst>
                                  <p:cond delay="500"/>
                                </p:stCondLst>
                                <p:childTnLst>
                                  <p:par>
                                    <p:cTn id="118" presetID="10" presetClass="entr" presetSubtype="0" fill="hold" nodeType="afterEffect">
                                      <p:stCondLst>
                                        <p:cond delay="0"/>
                                      </p:stCondLst>
                                      <p:childTnLst>
                                        <p:set>
                                          <p:cBhvr>
                                            <p:cTn id="119" dur="1" fill="hold">
                                              <p:stCondLst>
                                                <p:cond delay="0"/>
                                              </p:stCondLst>
                                            </p:cTn>
                                            <p:tgtEl>
                                              <p:spTgt spid="237"/>
                                            </p:tgtEl>
                                            <p:attrNameLst>
                                              <p:attrName>style.visibility</p:attrName>
                                            </p:attrNameLst>
                                          </p:cBhvr>
                                          <p:to>
                                            <p:strVal val="visible"/>
                                          </p:to>
                                        </p:set>
                                        <p:animEffect transition="in" filter="fade">
                                          <p:cBhvr>
                                            <p:cTn id="120" dur="500"/>
                                            <p:tgtEl>
                                              <p:spTgt spid="237"/>
                                            </p:tgtEl>
                                          </p:cBhvr>
                                        </p:animEffect>
                                      </p:childTnLst>
                                    </p:cTn>
                                  </p:par>
                                </p:childTnLst>
                              </p:cTn>
                            </p:par>
                            <p:par>
                              <p:cTn id="121" fill="hold">
                                <p:stCondLst>
                                  <p:cond delay="1000"/>
                                </p:stCondLst>
                                <p:childTnLst>
                                  <p:par>
                                    <p:cTn id="122" presetID="10" presetClass="entr" presetSubtype="0" fill="hold" grpId="0" nodeType="afterEffect">
                                      <p:stCondLst>
                                        <p:cond delay="0"/>
                                      </p:stCondLst>
                                      <p:childTnLst>
                                        <p:set>
                                          <p:cBhvr>
                                            <p:cTn id="123" dur="1" fill="hold">
                                              <p:stCondLst>
                                                <p:cond delay="0"/>
                                              </p:stCondLst>
                                            </p:cTn>
                                            <p:tgtEl>
                                              <p:spTgt spid="52"/>
                                            </p:tgtEl>
                                            <p:attrNameLst>
                                              <p:attrName>style.visibility</p:attrName>
                                            </p:attrNameLst>
                                          </p:cBhvr>
                                          <p:to>
                                            <p:strVal val="visible"/>
                                          </p:to>
                                        </p:set>
                                        <p:animEffect transition="in" filter="fade">
                                          <p:cBhvr>
                                            <p:cTn id="124" dur="500"/>
                                            <p:tgtEl>
                                              <p:spTgt spid="52"/>
                                            </p:tgtEl>
                                          </p:cBhvr>
                                        </p:animEffec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417"/>
                                            </p:tgtEl>
                                            <p:attrNameLst>
                                              <p:attrName>style.visibility</p:attrName>
                                            </p:attrNameLst>
                                          </p:cBhvr>
                                          <p:to>
                                            <p:strVal val="visible"/>
                                          </p:to>
                                        </p:set>
                                      </p:childTnLst>
                                    </p:cTn>
                                  </p:par>
                                </p:childTnLst>
                              </p:cTn>
                            </p:par>
                            <p:par>
                              <p:cTn id="129" fill="hold">
                                <p:stCondLst>
                                  <p:cond delay="0"/>
                                </p:stCondLst>
                                <p:childTnLst>
                                  <p:par>
                                    <p:cTn id="130" presetID="22" presetClass="entr" presetSubtype="8" fill="hold" grpId="0" nodeType="afterEffect">
                                      <p:stCondLst>
                                        <p:cond delay="0"/>
                                      </p:stCondLst>
                                      <p:childTnLst>
                                        <p:set>
                                          <p:cBhvr>
                                            <p:cTn id="131" dur="1" fill="hold">
                                              <p:stCondLst>
                                                <p:cond delay="0"/>
                                              </p:stCondLst>
                                            </p:cTn>
                                            <p:tgtEl>
                                              <p:spTgt spid="419"/>
                                            </p:tgtEl>
                                            <p:attrNameLst>
                                              <p:attrName>style.visibility</p:attrName>
                                            </p:attrNameLst>
                                          </p:cBhvr>
                                          <p:to>
                                            <p:strVal val="visible"/>
                                          </p:to>
                                        </p:set>
                                        <p:animEffect transition="in" filter="wipe(left)">
                                          <p:cBhvr>
                                            <p:cTn id="132" dur="500"/>
                                            <p:tgtEl>
                                              <p:spTgt spid="4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 grpId="0" animBg="1"/>
          <p:bldP spid="227" grpId="0" animBg="1"/>
          <p:bldP spid="228" grpId="0" animBg="1"/>
          <p:bldP spid="229" grpId="0" animBg="1"/>
          <p:bldP spid="225" grpId="0" animBg="1"/>
          <p:bldP spid="209" grpId="0" animBg="1"/>
          <p:bldP spid="4" grpId="0" animBg="1"/>
          <p:bldP spid="409" grpId="0"/>
          <p:bldP spid="413" grpId="0"/>
          <p:bldP spid="415" grpId="0"/>
          <p:bldP spid="417" grpId="0"/>
          <p:bldP spid="190" grpId="0" animBg="1"/>
          <p:bldP spid="418" grpId="0" animBg="1"/>
          <p:bldP spid="419" grpId="0" animBg="1"/>
          <p:bldP spid="48" grpId="0" animBg="1"/>
          <p:bldP spid="49" grpId="0" animBg="1"/>
          <p:bldP spid="50" grpId="0" animBg="1"/>
          <p:bldP spid="51" grpId="0" animBg="1"/>
          <p:bldP spid="52" grpId="0" animBg="1"/>
        </p:bldLst>
      </p:timing>
    </mc:Choice>
    <mc:Fallback xmlns="">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0-#ppt_h/2"/>
                                              </p:val>
                                            </p:tav>
                                            <p:tav tm="100000">
                                              <p:val>
                                                <p:strVal val="#ppt_y"/>
                                              </p:val>
                                            </p:tav>
                                          </p:tavLst>
                                        </p:anim>
                                      </p:childTnLst>
                                    </p:cTn>
                                  </p:par>
                                  <p:par>
                                    <p:cTn id="9" presetID="10" presetClass="entr" presetSubtype="0" fill="hold" grpId="0" nodeType="withEffect">
                                      <p:stCondLst>
                                        <p:cond delay="25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par>
                              <p:cTn id="12" fill="hold">
                                <p:stCondLst>
                                  <p:cond delay="750"/>
                                </p:stCondLst>
                                <p:childTnLst>
                                  <p:par>
                                    <p:cTn id="13" presetID="22" presetClass="entr" presetSubtype="1" fill="hold" grpId="0" nodeType="afterEffect">
                                      <p:stCondLst>
                                        <p:cond delay="0"/>
                                      </p:stCondLst>
                                      <p:childTnLst>
                                        <p:set>
                                          <p:cBhvr>
                                            <p:cTn id="14" dur="1" fill="hold">
                                              <p:stCondLst>
                                                <p:cond delay="0"/>
                                              </p:stCondLst>
                                            </p:cTn>
                                            <p:tgtEl>
                                              <p:spTgt spid="209"/>
                                            </p:tgtEl>
                                            <p:attrNameLst>
                                              <p:attrName>style.visibility</p:attrName>
                                            </p:attrNameLst>
                                          </p:cBhvr>
                                          <p:to>
                                            <p:strVal val="visible"/>
                                          </p:to>
                                        </p:set>
                                        <p:animEffect transition="in" filter="wipe(up)">
                                          <p:cBhvr>
                                            <p:cTn id="15" dur="500"/>
                                            <p:tgtEl>
                                              <p:spTgt spid="209"/>
                                            </p:tgtEl>
                                          </p:cBhvr>
                                        </p:animEffect>
                                      </p:childTnLst>
                                    </p:cTn>
                                  </p:par>
                                </p:childTnLst>
                              </p:cTn>
                            </p:par>
                          </p:childTnLst>
                        </p:cTn>
                      </p:par>
                      <p:par>
                        <p:cTn id="16" fill="hold">
                          <p:stCondLst>
                            <p:cond delay="indefinite"/>
                          </p:stCondLst>
                          <p:childTnLst>
                            <p:par>
                              <p:cTn id="17" fill="hold">
                                <p:stCondLst>
                                  <p:cond delay="0"/>
                                </p:stCondLst>
                                <p:childTnLst>
                                  <p:par>
                                    <p:cTn id="18" presetID="23" presetClass="entr" presetSubtype="16" fill="hold" nodeType="clickEffect">
                                      <p:stCondLst>
                                        <p:cond delay="0"/>
                                      </p:stCondLst>
                                      <p:childTnLst>
                                        <p:set>
                                          <p:cBhvr>
                                            <p:cTn id="19" dur="1" fill="hold">
                                              <p:stCondLst>
                                                <p:cond delay="0"/>
                                              </p:stCondLst>
                                            </p:cTn>
                                            <p:tgtEl>
                                              <p:spTgt spid="189"/>
                                            </p:tgtEl>
                                            <p:attrNameLst>
                                              <p:attrName>style.visibility</p:attrName>
                                            </p:attrNameLst>
                                          </p:cBhvr>
                                          <p:to>
                                            <p:strVal val="visible"/>
                                          </p:to>
                                        </p:set>
                                        <p:anim calcmode="lin" valueType="num">
                                          <p:cBhvr>
                                            <p:cTn id="20" dur="500" fill="hold"/>
                                            <p:tgtEl>
                                              <p:spTgt spid="189"/>
                                            </p:tgtEl>
                                            <p:attrNameLst>
                                              <p:attrName>ppt_w</p:attrName>
                                            </p:attrNameLst>
                                          </p:cBhvr>
                                          <p:tavLst>
                                            <p:tav tm="0">
                                              <p:val>
                                                <p:fltVal val="0"/>
                                              </p:val>
                                            </p:tav>
                                            <p:tav tm="100000">
                                              <p:val>
                                                <p:strVal val="#ppt_w"/>
                                              </p:val>
                                            </p:tav>
                                          </p:tavLst>
                                        </p:anim>
                                        <p:anim calcmode="lin" valueType="num">
                                          <p:cBhvr>
                                            <p:cTn id="21" dur="500" fill="hold"/>
                                            <p:tgtEl>
                                              <p:spTgt spid="189"/>
                                            </p:tgtEl>
                                            <p:attrNameLst>
                                              <p:attrName>ppt_h</p:attrName>
                                            </p:attrNameLst>
                                          </p:cBhvr>
                                          <p:tavLst>
                                            <p:tav tm="0">
                                              <p:val>
                                                <p:fltVal val="0"/>
                                              </p:val>
                                            </p:tav>
                                            <p:tav tm="100000">
                                              <p:val>
                                                <p:strVal val="#ppt_h"/>
                                              </p:val>
                                            </p:tav>
                                          </p:tavLst>
                                        </p:anim>
                                      </p:childTnLst>
                                    </p:cTn>
                                  </p:par>
                                  <p:par>
                                    <p:cTn id="22" presetID="1" presetClass="entr" presetSubtype="0" fill="hold" grpId="0" nodeType="withEffect">
                                      <p:stCondLst>
                                        <p:cond delay="500"/>
                                      </p:stCondLst>
                                      <p:childTnLst>
                                        <p:set>
                                          <p:cBhvr>
                                            <p:cTn id="23" dur="1" fill="hold">
                                              <p:stCondLst>
                                                <p:cond delay="0"/>
                                              </p:stCondLst>
                                            </p:cTn>
                                            <p:tgtEl>
                                              <p:spTgt spid="225"/>
                                            </p:tgtEl>
                                            <p:attrNameLst>
                                              <p:attrName>style.visibility</p:attrName>
                                            </p:attrNameLst>
                                          </p:cBhvr>
                                          <p:to>
                                            <p:strVal val="visible"/>
                                          </p:to>
                                        </p:set>
                                      </p:childTnLst>
                                    </p:cTn>
                                  </p:par>
                                </p:childTnLst>
                              </p:cTn>
                            </p:par>
                            <p:par>
                              <p:cTn id="24" fill="hold">
                                <p:stCondLst>
                                  <p:cond delay="500"/>
                                </p:stCondLst>
                                <p:childTnLst>
                                  <p:par>
                                    <p:cTn id="25" presetID="2" presetClass="entr" presetSubtype="1" fill="hold" nodeType="afterEffect">
                                      <p:stCondLst>
                                        <p:cond delay="0"/>
                                      </p:stCondLst>
                                      <p:childTnLst>
                                        <p:set>
                                          <p:cBhvr>
                                            <p:cTn id="26" dur="1" fill="hold">
                                              <p:stCondLst>
                                                <p:cond delay="0"/>
                                              </p:stCondLst>
                                            </p:cTn>
                                            <p:tgtEl>
                                              <p:spTgt spid="235"/>
                                            </p:tgtEl>
                                            <p:attrNameLst>
                                              <p:attrName>style.visibility</p:attrName>
                                            </p:attrNameLst>
                                          </p:cBhvr>
                                          <p:to>
                                            <p:strVal val="visible"/>
                                          </p:to>
                                        </p:set>
                                        <p:anim calcmode="lin" valueType="num">
                                          <p:cBhvr additive="base">
                                            <p:cTn id="27" dur="500" fill="hold"/>
                                            <p:tgtEl>
                                              <p:spTgt spid="235"/>
                                            </p:tgtEl>
                                            <p:attrNameLst>
                                              <p:attrName>ppt_x</p:attrName>
                                            </p:attrNameLst>
                                          </p:cBhvr>
                                          <p:tavLst>
                                            <p:tav tm="0">
                                              <p:val>
                                                <p:strVal val="#ppt_x"/>
                                              </p:val>
                                            </p:tav>
                                            <p:tav tm="100000">
                                              <p:val>
                                                <p:strVal val="#ppt_x"/>
                                              </p:val>
                                            </p:tav>
                                          </p:tavLst>
                                        </p:anim>
                                        <p:anim calcmode="lin" valueType="num">
                                          <p:cBhvr additive="base">
                                            <p:cTn id="28" dur="500" fill="hold"/>
                                            <p:tgtEl>
                                              <p:spTgt spid="235"/>
                                            </p:tgtEl>
                                            <p:attrNameLst>
                                              <p:attrName>ppt_y</p:attrName>
                                            </p:attrNameLst>
                                          </p:cBhvr>
                                          <p:tavLst>
                                            <p:tav tm="0">
                                              <p:val>
                                                <p:strVal val="0-#ppt_h/2"/>
                                              </p:val>
                                            </p:tav>
                                            <p:tav tm="100000">
                                              <p:val>
                                                <p:strVal val="#ppt_y"/>
                                              </p:val>
                                            </p:tav>
                                          </p:tavLst>
                                        </p:anim>
                                      </p:childTnLst>
                                    </p:cTn>
                                  </p:par>
                                </p:childTnLst>
                              </p:cTn>
                            </p:par>
                            <p:par>
                              <p:cTn id="29" fill="hold">
                                <p:stCondLst>
                                  <p:cond delay="1000"/>
                                </p:stCondLst>
                                <p:childTnLst>
                                  <p:par>
                                    <p:cTn id="30" presetID="10" presetClass="entr" presetSubtype="0" fill="hold" grpId="0" nodeType="afterEffect">
                                      <p:stCondLst>
                                        <p:cond delay="0"/>
                                      </p:stCondLst>
                                      <p:childTnLst>
                                        <p:set>
                                          <p:cBhvr>
                                            <p:cTn id="31" dur="1" fill="hold">
                                              <p:stCondLst>
                                                <p:cond delay="0"/>
                                              </p:stCondLst>
                                            </p:cTn>
                                            <p:tgtEl>
                                              <p:spTgt spid="48"/>
                                            </p:tgtEl>
                                            <p:attrNameLst>
                                              <p:attrName>style.visibility</p:attrName>
                                            </p:attrNameLst>
                                          </p:cBhvr>
                                          <p:to>
                                            <p:strVal val="visible"/>
                                          </p:to>
                                        </p:set>
                                        <p:animEffect transition="in" filter="fade">
                                          <p:cBhvr>
                                            <p:cTn id="32" dur="500"/>
                                            <p:tgtEl>
                                              <p:spTgt spid="48"/>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09"/>
                                            </p:tgtEl>
                                            <p:attrNameLst>
                                              <p:attrName>style.visibility</p:attrName>
                                            </p:attrNameLst>
                                          </p:cBhvr>
                                          <p:to>
                                            <p:strVal val="visible"/>
                                          </p:to>
                                        </p:set>
                                        <p:anim calcmode="lin" valueType="num">
                                          <p:cBhvr additive="base">
                                            <p:cTn id="37" dur="500" fill="hold"/>
                                            <p:tgtEl>
                                              <p:spTgt spid="409"/>
                                            </p:tgtEl>
                                            <p:attrNameLst>
                                              <p:attrName>ppt_x</p:attrName>
                                            </p:attrNameLst>
                                          </p:cBhvr>
                                          <p:tavLst>
                                            <p:tav tm="0">
                                              <p:val>
                                                <p:strVal val="#ppt_x"/>
                                              </p:val>
                                            </p:tav>
                                            <p:tav tm="100000">
                                              <p:val>
                                                <p:strVal val="#ppt_x"/>
                                              </p:val>
                                            </p:tav>
                                          </p:tavLst>
                                        </p:anim>
                                        <p:anim calcmode="lin" valueType="num">
                                          <p:cBhvr additive="base">
                                            <p:cTn id="38" dur="500" fill="hold"/>
                                            <p:tgtEl>
                                              <p:spTgt spid="409"/>
                                            </p:tgtEl>
                                            <p:attrNameLst>
                                              <p:attrName>ppt_y</p:attrName>
                                            </p:attrNameLst>
                                          </p:cBhvr>
                                          <p:tavLst>
                                            <p:tav tm="0">
                                              <p:val>
                                                <p:strVal val="1+#ppt_h/2"/>
                                              </p:val>
                                            </p:tav>
                                            <p:tav tm="100000">
                                              <p:val>
                                                <p:strVal val="#ppt_y"/>
                                              </p:val>
                                            </p:tav>
                                          </p:tavLst>
                                        </p:anim>
                                      </p:childTnLst>
                                    </p:cTn>
                                  </p:par>
                                </p:childTnLst>
                              </p:cTn>
                            </p:par>
                            <p:par>
                              <p:cTn id="39" fill="hold">
                                <p:stCondLst>
                                  <p:cond delay="500"/>
                                </p:stCondLst>
                                <p:childTnLst>
                                  <p:par>
                                    <p:cTn id="40" presetID="22" presetClass="entr" presetSubtype="2" fill="hold" grpId="0" nodeType="afterEffect">
                                      <p:stCondLst>
                                        <p:cond delay="0"/>
                                      </p:stCondLst>
                                      <p:childTnLst>
                                        <p:set>
                                          <p:cBhvr>
                                            <p:cTn id="41" dur="1" fill="hold">
                                              <p:stCondLst>
                                                <p:cond delay="0"/>
                                              </p:stCondLst>
                                            </p:cTn>
                                            <p:tgtEl>
                                              <p:spTgt spid="190"/>
                                            </p:tgtEl>
                                            <p:attrNameLst>
                                              <p:attrName>style.visibility</p:attrName>
                                            </p:attrNameLst>
                                          </p:cBhvr>
                                          <p:to>
                                            <p:strVal val="visible"/>
                                          </p:to>
                                        </p:set>
                                        <p:animEffect transition="in" filter="wipe(right)">
                                          <p:cBhvr>
                                            <p:cTn id="42" dur="500"/>
                                            <p:tgtEl>
                                              <p:spTgt spid="190"/>
                                            </p:tgtEl>
                                          </p:cBhvr>
                                        </p:animEffect>
                                      </p:childTnLst>
                                    </p:cTn>
                                  </p:par>
                                </p:childTnLst>
                              </p:cTn>
                            </p:par>
                          </p:childTnLst>
                        </p:cTn>
                      </p:par>
                      <p:par>
                        <p:cTn id="43" fill="hold">
                          <p:stCondLst>
                            <p:cond delay="indefinite"/>
                          </p:stCondLst>
                          <p:childTnLst>
                            <p:par>
                              <p:cTn id="44" fill="hold">
                                <p:stCondLst>
                                  <p:cond delay="0"/>
                                </p:stCondLst>
                                <p:childTnLst>
                                  <p:par>
                                    <p:cTn id="45" presetID="23" presetClass="entr" presetSubtype="16" fill="hold" nodeType="clickEffect">
                                      <p:stCondLst>
                                        <p:cond delay="0"/>
                                      </p:stCondLst>
                                      <p:childTnLst>
                                        <p:set>
                                          <p:cBhvr>
                                            <p:cTn id="46" dur="1" fill="hold">
                                              <p:stCondLst>
                                                <p:cond delay="0"/>
                                              </p:stCondLst>
                                            </p:cTn>
                                            <p:tgtEl>
                                              <p:spTgt spid="195"/>
                                            </p:tgtEl>
                                            <p:attrNameLst>
                                              <p:attrName>style.visibility</p:attrName>
                                            </p:attrNameLst>
                                          </p:cBhvr>
                                          <p:to>
                                            <p:strVal val="visible"/>
                                          </p:to>
                                        </p:set>
                                        <p:anim calcmode="lin" valueType="num">
                                          <p:cBhvr>
                                            <p:cTn id="47" dur="500" fill="hold"/>
                                            <p:tgtEl>
                                              <p:spTgt spid="195"/>
                                            </p:tgtEl>
                                            <p:attrNameLst>
                                              <p:attrName>ppt_w</p:attrName>
                                            </p:attrNameLst>
                                          </p:cBhvr>
                                          <p:tavLst>
                                            <p:tav tm="0">
                                              <p:val>
                                                <p:fltVal val="0"/>
                                              </p:val>
                                            </p:tav>
                                            <p:tav tm="100000">
                                              <p:val>
                                                <p:strVal val="#ppt_w"/>
                                              </p:val>
                                            </p:tav>
                                          </p:tavLst>
                                        </p:anim>
                                        <p:anim calcmode="lin" valueType="num">
                                          <p:cBhvr>
                                            <p:cTn id="48" dur="500" fill="hold"/>
                                            <p:tgtEl>
                                              <p:spTgt spid="195"/>
                                            </p:tgtEl>
                                            <p:attrNameLst>
                                              <p:attrName>ppt_h</p:attrName>
                                            </p:attrNameLst>
                                          </p:cBhvr>
                                          <p:tavLst>
                                            <p:tav tm="0">
                                              <p:val>
                                                <p:fltVal val="0"/>
                                              </p:val>
                                            </p:tav>
                                            <p:tav tm="100000">
                                              <p:val>
                                                <p:strVal val="#ppt_h"/>
                                              </p:val>
                                            </p:tav>
                                          </p:tavLst>
                                        </p:anim>
                                      </p:childTnLst>
                                    </p:cTn>
                                  </p:par>
                                  <p:par>
                                    <p:cTn id="49" presetID="1" presetClass="entr" presetSubtype="0" fill="hold" grpId="0" nodeType="withEffect">
                                      <p:stCondLst>
                                        <p:cond delay="500"/>
                                      </p:stCondLst>
                                      <p:childTnLst>
                                        <p:set>
                                          <p:cBhvr>
                                            <p:cTn id="50" dur="1" fill="hold">
                                              <p:stCondLst>
                                                <p:cond delay="0"/>
                                              </p:stCondLst>
                                            </p:cTn>
                                            <p:tgtEl>
                                              <p:spTgt spid="226"/>
                                            </p:tgtEl>
                                            <p:attrNameLst>
                                              <p:attrName>style.visibility</p:attrName>
                                            </p:attrNameLst>
                                          </p:cBhvr>
                                          <p:to>
                                            <p:strVal val="visible"/>
                                          </p:to>
                                        </p:set>
                                      </p:childTnLst>
                                    </p:cTn>
                                  </p:par>
                                </p:childTnLst>
                              </p:cTn>
                            </p:par>
                            <p:par>
                              <p:cTn id="51" fill="hold">
                                <p:stCondLst>
                                  <p:cond delay="500"/>
                                </p:stCondLst>
                                <p:childTnLst>
                                  <p:par>
                                    <p:cTn id="52" presetID="2" presetClass="entr" presetSubtype="1" fill="hold" nodeType="afterEffect">
                                      <p:stCondLst>
                                        <p:cond delay="0"/>
                                      </p:stCondLst>
                                      <p:childTnLst>
                                        <p:set>
                                          <p:cBhvr>
                                            <p:cTn id="53" dur="1" fill="hold">
                                              <p:stCondLst>
                                                <p:cond delay="0"/>
                                              </p:stCondLst>
                                            </p:cTn>
                                            <p:tgtEl>
                                              <p:spTgt spid="231"/>
                                            </p:tgtEl>
                                            <p:attrNameLst>
                                              <p:attrName>style.visibility</p:attrName>
                                            </p:attrNameLst>
                                          </p:cBhvr>
                                          <p:to>
                                            <p:strVal val="visible"/>
                                          </p:to>
                                        </p:set>
                                        <p:anim calcmode="lin" valueType="num">
                                          <p:cBhvr additive="base">
                                            <p:cTn id="54" dur="500" fill="hold"/>
                                            <p:tgtEl>
                                              <p:spTgt spid="231"/>
                                            </p:tgtEl>
                                            <p:attrNameLst>
                                              <p:attrName>ppt_x</p:attrName>
                                            </p:attrNameLst>
                                          </p:cBhvr>
                                          <p:tavLst>
                                            <p:tav tm="0">
                                              <p:val>
                                                <p:strVal val="#ppt_x"/>
                                              </p:val>
                                            </p:tav>
                                            <p:tav tm="100000">
                                              <p:val>
                                                <p:strVal val="#ppt_x"/>
                                              </p:val>
                                            </p:tav>
                                          </p:tavLst>
                                        </p:anim>
                                        <p:anim calcmode="lin" valueType="num">
                                          <p:cBhvr additive="base">
                                            <p:cTn id="55" dur="500" fill="hold"/>
                                            <p:tgtEl>
                                              <p:spTgt spid="231"/>
                                            </p:tgtEl>
                                            <p:attrNameLst>
                                              <p:attrName>ppt_y</p:attrName>
                                            </p:attrNameLst>
                                          </p:cBhvr>
                                          <p:tavLst>
                                            <p:tav tm="0">
                                              <p:val>
                                                <p:strVal val="0-#ppt_h/2"/>
                                              </p:val>
                                            </p:tav>
                                            <p:tav tm="100000">
                                              <p:val>
                                                <p:strVal val="#ppt_y"/>
                                              </p:val>
                                            </p:tav>
                                          </p:tavLst>
                                        </p:anim>
                                      </p:childTnLst>
                                    </p:cTn>
                                  </p:par>
                                </p:childTnLst>
                              </p:cTn>
                            </p:par>
                            <p:par>
                              <p:cTn id="56" fill="hold">
                                <p:stCondLst>
                                  <p:cond delay="1000"/>
                                </p:stCondLst>
                                <p:childTnLst>
                                  <p:par>
                                    <p:cTn id="57" presetID="10" presetClass="entr" presetSubtype="0" fill="hold" grpId="0" nodeType="afterEffect">
                                      <p:stCondLst>
                                        <p:cond delay="0"/>
                                      </p:stCondLst>
                                      <p:childTnLst>
                                        <p:set>
                                          <p:cBhvr>
                                            <p:cTn id="58" dur="1" fill="hold">
                                              <p:stCondLst>
                                                <p:cond delay="0"/>
                                              </p:stCondLst>
                                            </p:cTn>
                                            <p:tgtEl>
                                              <p:spTgt spid="49"/>
                                            </p:tgtEl>
                                            <p:attrNameLst>
                                              <p:attrName>style.visibility</p:attrName>
                                            </p:attrNameLst>
                                          </p:cBhvr>
                                          <p:to>
                                            <p:strVal val="visible"/>
                                          </p:to>
                                        </p:set>
                                        <p:animEffect transition="in" filter="fade">
                                          <p:cBhvr>
                                            <p:cTn id="59" dur="500"/>
                                            <p:tgtEl>
                                              <p:spTgt spid="49"/>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8"/>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23" presetClass="entr" presetSubtype="16" fill="hold" nodeType="clickEffect">
                                      <p:stCondLst>
                                        <p:cond delay="0"/>
                                      </p:stCondLst>
                                      <p:childTnLst>
                                        <p:set>
                                          <p:cBhvr>
                                            <p:cTn id="67" dur="1" fill="hold">
                                              <p:stCondLst>
                                                <p:cond delay="0"/>
                                              </p:stCondLst>
                                            </p:cTn>
                                            <p:tgtEl>
                                              <p:spTgt spid="200"/>
                                            </p:tgtEl>
                                            <p:attrNameLst>
                                              <p:attrName>style.visibility</p:attrName>
                                            </p:attrNameLst>
                                          </p:cBhvr>
                                          <p:to>
                                            <p:strVal val="visible"/>
                                          </p:to>
                                        </p:set>
                                        <p:anim calcmode="lin" valueType="num">
                                          <p:cBhvr>
                                            <p:cTn id="68" dur="500" fill="hold"/>
                                            <p:tgtEl>
                                              <p:spTgt spid="200"/>
                                            </p:tgtEl>
                                            <p:attrNameLst>
                                              <p:attrName>ppt_w</p:attrName>
                                            </p:attrNameLst>
                                          </p:cBhvr>
                                          <p:tavLst>
                                            <p:tav tm="0">
                                              <p:val>
                                                <p:fltVal val="0"/>
                                              </p:val>
                                            </p:tav>
                                            <p:tav tm="100000">
                                              <p:val>
                                                <p:strVal val="#ppt_w"/>
                                              </p:val>
                                            </p:tav>
                                          </p:tavLst>
                                        </p:anim>
                                        <p:anim calcmode="lin" valueType="num">
                                          <p:cBhvr>
                                            <p:cTn id="69" dur="500" fill="hold"/>
                                            <p:tgtEl>
                                              <p:spTgt spid="200"/>
                                            </p:tgtEl>
                                            <p:attrNameLst>
                                              <p:attrName>ppt_h</p:attrName>
                                            </p:attrNameLst>
                                          </p:cBhvr>
                                          <p:tavLst>
                                            <p:tav tm="0">
                                              <p:val>
                                                <p:fltVal val="0"/>
                                              </p:val>
                                            </p:tav>
                                            <p:tav tm="100000">
                                              <p:val>
                                                <p:strVal val="#ppt_h"/>
                                              </p:val>
                                            </p:tav>
                                          </p:tavLst>
                                        </p:anim>
                                      </p:childTnLst>
                                    </p:cTn>
                                  </p:par>
                                  <p:par>
                                    <p:cTn id="70" presetID="1" presetClass="entr" presetSubtype="0" fill="hold" grpId="0" nodeType="withEffect">
                                      <p:stCondLst>
                                        <p:cond delay="500"/>
                                      </p:stCondLst>
                                      <p:childTnLst>
                                        <p:set>
                                          <p:cBhvr>
                                            <p:cTn id="71" dur="1" fill="hold">
                                              <p:stCondLst>
                                                <p:cond delay="0"/>
                                              </p:stCondLst>
                                            </p:cTn>
                                            <p:tgtEl>
                                              <p:spTgt spid="227"/>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413"/>
                                            </p:tgtEl>
                                            <p:attrNameLst>
                                              <p:attrName>style.visibility</p:attrName>
                                            </p:attrNameLst>
                                          </p:cBhvr>
                                          <p:to>
                                            <p:strVal val="visible"/>
                                          </p:to>
                                        </p:set>
                                      </p:childTnLst>
                                    </p:cTn>
                                  </p:par>
                                </p:childTnLst>
                              </p:cTn>
                            </p:par>
                            <p:par>
                              <p:cTn id="76" fill="hold">
                                <p:stCondLst>
                                  <p:cond delay="0"/>
                                </p:stCondLst>
                                <p:childTnLst>
                                  <p:par>
                                    <p:cTn id="77" presetID="2" presetClass="entr" presetSubtype="1" fill="hold" nodeType="afterEffect">
                                      <p:stCondLst>
                                        <p:cond delay="0"/>
                                      </p:stCondLst>
                                      <p:childTnLst>
                                        <p:set>
                                          <p:cBhvr>
                                            <p:cTn id="78" dur="1" fill="hold">
                                              <p:stCondLst>
                                                <p:cond delay="0"/>
                                              </p:stCondLst>
                                            </p:cTn>
                                            <p:tgtEl>
                                              <p:spTgt spid="233"/>
                                            </p:tgtEl>
                                            <p:attrNameLst>
                                              <p:attrName>style.visibility</p:attrName>
                                            </p:attrNameLst>
                                          </p:cBhvr>
                                          <p:to>
                                            <p:strVal val="visible"/>
                                          </p:to>
                                        </p:set>
                                        <p:anim calcmode="lin" valueType="num">
                                          <p:cBhvr additive="base">
                                            <p:cTn id="79" dur="500" fill="hold"/>
                                            <p:tgtEl>
                                              <p:spTgt spid="233"/>
                                            </p:tgtEl>
                                            <p:attrNameLst>
                                              <p:attrName>ppt_x</p:attrName>
                                            </p:attrNameLst>
                                          </p:cBhvr>
                                          <p:tavLst>
                                            <p:tav tm="0">
                                              <p:val>
                                                <p:strVal val="#ppt_x"/>
                                              </p:val>
                                            </p:tav>
                                            <p:tav tm="100000">
                                              <p:val>
                                                <p:strVal val="#ppt_x"/>
                                              </p:val>
                                            </p:tav>
                                          </p:tavLst>
                                        </p:anim>
                                        <p:anim calcmode="lin" valueType="num">
                                          <p:cBhvr additive="base">
                                            <p:cTn id="80" dur="500" fill="hold"/>
                                            <p:tgtEl>
                                              <p:spTgt spid="233"/>
                                            </p:tgtEl>
                                            <p:attrNameLst>
                                              <p:attrName>ppt_y</p:attrName>
                                            </p:attrNameLst>
                                          </p:cBhvr>
                                          <p:tavLst>
                                            <p:tav tm="0">
                                              <p:val>
                                                <p:strVal val="0-#ppt_h/2"/>
                                              </p:val>
                                            </p:tav>
                                            <p:tav tm="100000">
                                              <p:val>
                                                <p:strVal val="#ppt_y"/>
                                              </p:val>
                                            </p:tav>
                                          </p:tavLst>
                                        </p:anim>
                                      </p:childTnLst>
                                    </p:cTn>
                                  </p:par>
                                </p:childTnLst>
                              </p:cTn>
                            </p:par>
                            <p:par>
                              <p:cTn id="81" fill="hold">
                                <p:stCondLst>
                                  <p:cond delay="500"/>
                                </p:stCondLst>
                                <p:childTnLst>
                                  <p:par>
                                    <p:cTn id="82" presetID="10" presetClass="entr" presetSubtype="0" fill="hold" grpId="0" nodeType="afterEffect">
                                      <p:stCondLst>
                                        <p:cond delay="0"/>
                                      </p:stCondLst>
                                      <p:childTnLst>
                                        <p:set>
                                          <p:cBhvr>
                                            <p:cTn id="83" dur="1" fill="hold">
                                              <p:stCondLst>
                                                <p:cond delay="0"/>
                                              </p:stCondLst>
                                            </p:cTn>
                                            <p:tgtEl>
                                              <p:spTgt spid="50"/>
                                            </p:tgtEl>
                                            <p:attrNameLst>
                                              <p:attrName>style.visibility</p:attrName>
                                            </p:attrNameLst>
                                          </p:cBhvr>
                                          <p:to>
                                            <p:strVal val="visible"/>
                                          </p:to>
                                        </p:set>
                                        <p:animEffect transition="in" filter="fade">
                                          <p:cBhvr>
                                            <p:cTn id="84" dur="500"/>
                                            <p:tgtEl>
                                              <p:spTgt spid="50"/>
                                            </p:tgtEl>
                                          </p:cBhvr>
                                        </p:animEffect>
                                      </p:childTnLst>
                                    </p:cTn>
                                  </p:par>
                                </p:childTnLst>
                              </p:cTn>
                            </p:par>
                          </p:childTnLst>
                        </p:cTn>
                      </p:par>
                      <p:par>
                        <p:cTn id="85" fill="hold">
                          <p:stCondLst>
                            <p:cond delay="indefinite"/>
                          </p:stCondLst>
                          <p:childTnLst>
                            <p:par>
                              <p:cTn id="86" fill="hold">
                                <p:stCondLst>
                                  <p:cond delay="0"/>
                                </p:stCondLst>
                                <p:childTnLst>
                                  <p:par>
                                    <p:cTn id="87" presetID="23" presetClass="entr" presetSubtype="16" fill="hold" nodeType="clickEffect">
                                      <p:stCondLst>
                                        <p:cond delay="0"/>
                                      </p:stCondLst>
                                      <p:childTnLst>
                                        <p:set>
                                          <p:cBhvr>
                                            <p:cTn id="88" dur="1" fill="hold">
                                              <p:stCondLst>
                                                <p:cond delay="0"/>
                                              </p:stCondLst>
                                            </p:cTn>
                                            <p:tgtEl>
                                              <p:spTgt spid="212"/>
                                            </p:tgtEl>
                                            <p:attrNameLst>
                                              <p:attrName>style.visibility</p:attrName>
                                            </p:attrNameLst>
                                          </p:cBhvr>
                                          <p:to>
                                            <p:strVal val="visible"/>
                                          </p:to>
                                        </p:set>
                                        <p:anim calcmode="lin" valueType="num">
                                          <p:cBhvr>
                                            <p:cTn id="89" dur="500" fill="hold"/>
                                            <p:tgtEl>
                                              <p:spTgt spid="212"/>
                                            </p:tgtEl>
                                            <p:attrNameLst>
                                              <p:attrName>ppt_w</p:attrName>
                                            </p:attrNameLst>
                                          </p:cBhvr>
                                          <p:tavLst>
                                            <p:tav tm="0">
                                              <p:val>
                                                <p:fltVal val="0"/>
                                              </p:val>
                                            </p:tav>
                                            <p:tav tm="100000">
                                              <p:val>
                                                <p:strVal val="#ppt_w"/>
                                              </p:val>
                                            </p:tav>
                                          </p:tavLst>
                                        </p:anim>
                                        <p:anim calcmode="lin" valueType="num">
                                          <p:cBhvr>
                                            <p:cTn id="90" dur="500" fill="hold"/>
                                            <p:tgtEl>
                                              <p:spTgt spid="212"/>
                                            </p:tgtEl>
                                            <p:attrNameLst>
                                              <p:attrName>ppt_h</p:attrName>
                                            </p:attrNameLst>
                                          </p:cBhvr>
                                          <p:tavLst>
                                            <p:tav tm="0">
                                              <p:val>
                                                <p:fltVal val="0"/>
                                              </p:val>
                                            </p:tav>
                                            <p:tav tm="100000">
                                              <p:val>
                                                <p:strVal val="#ppt_h"/>
                                              </p:val>
                                            </p:tav>
                                          </p:tavLst>
                                        </p:anim>
                                      </p:childTnLst>
                                    </p:cTn>
                                  </p:par>
                                  <p:par>
                                    <p:cTn id="91" presetID="1" presetClass="entr" presetSubtype="0" fill="hold" grpId="0" nodeType="withEffect">
                                      <p:stCondLst>
                                        <p:cond delay="500"/>
                                      </p:stCondLst>
                                      <p:childTnLst>
                                        <p:set>
                                          <p:cBhvr>
                                            <p:cTn id="92" dur="1" fill="hold">
                                              <p:stCondLst>
                                                <p:cond delay="0"/>
                                              </p:stCondLst>
                                            </p:cTn>
                                            <p:tgtEl>
                                              <p:spTgt spid="228"/>
                                            </p:tgtEl>
                                            <p:attrNameLst>
                                              <p:attrName>style.visibility</p:attrName>
                                            </p:attrNameLst>
                                          </p:cBhvr>
                                          <p:to>
                                            <p:strVal val="visible"/>
                                          </p:to>
                                        </p:set>
                                      </p:childTnLst>
                                    </p:cTn>
                                  </p:par>
                                </p:childTnLst>
                              </p:cTn>
                            </p:par>
                            <p:par>
                              <p:cTn id="93" fill="hold">
                                <p:stCondLst>
                                  <p:cond delay="500"/>
                                </p:stCondLst>
                                <p:childTnLst>
                                  <p:par>
                                    <p:cTn id="94" presetID="10" presetClass="entr" presetSubtype="0" fill="hold" nodeType="afterEffect">
                                      <p:stCondLst>
                                        <p:cond delay="0"/>
                                      </p:stCondLst>
                                      <p:childTnLst>
                                        <p:set>
                                          <p:cBhvr>
                                            <p:cTn id="95" dur="1" fill="hold">
                                              <p:stCondLst>
                                                <p:cond delay="0"/>
                                              </p:stCondLst>
                                            </p:cTn>
                                            <p:tgtEl>
                                              <p:spTgt spid="239"/>
                                            </p:tgtEl>
                                            <p:attrNameLst>
                                              <p:attrName>style.visibility</p:attrName>
                                            </p:attrNameLst>
                                          </p:cBhvr>
                                          <p:to>
                                            <p:strVal val="visible"/>
                                          </p:to>
                                        </p:set>
                                        <p:animEffect transition="in" filter="fade">
                                          <p:cBhvr>
                                            <p:cTn id="96" dur="500"/>
                                            <p:tgtEl>
                                              <p:spTgt spid="239"/>
                                            </p:tgtEl>
                                          </p:cBhvr>
                                        </p:animEffect>
                                      </p:childTnLst>
                                    </p:cTn>
                                  </p:par>
                                </p:childTnLst>
                              </p:cTn>
                            </p:par>
                            <p:par>
                              <p:cTn id="97" fill="hold">
                                <p:stCondLst>
                                  <p:cond delay="1000"/>
                                </p:stCondLst>
                                <p:childTnLst>
                                  <p:par>
                                    <p:cTn id="98" presetID="10" presetClass="entr" presetSubtype="0" fill="hold" grpId="0" nodeType="afterEffect">
                                      <p:stCondLst>
                                        <p:cond delay="0"/>
                                      </p:stCondLst>
                                      <p:childTnLst>
                                        <p:set>
                                          <p:cBhvr>
                                            <p:cTn id="99" dur="1" fill="hold">
                                              <p:stCondLst>
                                                <p:cond delay="0"/>
                                              </p:stCondLst>
                                            </p:cTn>
                                            <p:tgtEl>
                                              <p:spTgt spid="51"/>
                                            </p:tgtEl>
                                            <p:attrNameLst>
                                              <p:attrName>style.visibility</p:attrName>
                                            </p:attrNameLst>
                                          </p:cBhvr>
                                          <p:to>
                                            <p:strVal val="visible"/>
                                          </p:to>
                                        </p:set>
                                        <p:animEffect transition="in" filter="fade">
                                          <p:cBhvr>
                                            <p:cTn id="100" dur="500"/>
                                            <p:tgtEl>
                                              <p:spTgt spid="51"/>
                                            </p:tgtEl>
                                          </p:cBhvr>
                                        </p:animEffec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415"/>
                                            </p:tgtEl>
                                            <p:attrNameLst>
                                              <p:attrName>style.visibility</p:attrName>
                                            </p:attrNameLst>
                                          </p:cBhvr>
                                          <p:to>
                                            <p:strVal val="visible"/>
                                          </p:to>
                                        </p:set>
                                      </p:childTnLst>
                                    </p:cTn>
                                  </p:par>
                                </p:childTnLst>
                              </p:cTn>
                            </p:par>
                            <p:par>
                              <p:cTn id="105" fill="hold">
                                <p:stCondLst>
                                  <p:cond delay="0"/>
                                </p:stCondLst>
                                <p:childTnLst>
                                  <p:par>
                                    <p:cTn id="106" presetID="22" presetClass="entr" presetSubtype="8" fill="hold" grpId="0" nodeType="afterEffect">
                                      <p:stCondLst>
                                        <p:cond delay="0"/>
                                      </p:stCondLst>
                                      <p:childTnLst>
                                        <p:set>
                                          <p:cBhvr>
                                            <p:cTn id="107" dur="1" fill="hold">
                                              <p:stCondLst>
                                                <p:cond delay="0"/>
                                              </p:stCondLst>
                                            </p:cTn>
                                            <p:tgtEl>
                                              <p:spTgt spid="418"/>
                                            </p:tgtEl>
                                            <p:attrNameLst>
                                              <p:attrName>style.visibility</p:attrName>
                                            </p:attrNameLst>
                                          </p:cBhvr>
                                          <p:to>
                                            <p:strVal val="visible"/>
                                          </p:to>
                                        </p:set>
                                        <p:animEffect transition="in" filter="wipe(left)">
                                          <p:cBhvr>
                                            <p:cTn id="108" dur="500"/>
                                            <p:tgtEl>
                                              <p:spTgt spid="418"/>
                                            </p:tgtEl>
                                          </p:cBhvr>
                                        </p:animEffect>
                                      </p:childTnLst>
                                    </p:cTn>
                                  </p:par>
                                </p:childTnLst>
                              </p:cTn>
                            </p:par>
                          </p:childTnLst>
                        </p:cTn>
                      </p:par>
                      <p:par>
                        <p:cTn id="109" fill="hold">
                          <p:stCondLst>
                            <p:cond delay="indefinite"/>
                          </p:stCondLst>
                          <p:childTnLst>
                            <p:par>
                              <p:cTn id="110" fill="hold">
                                <p:stCondLst>
                                  <p:cond delay="0"/>
                                </p:stCondLst>
                                <p:childTnLst>
                                  <p:par>
                                    <p:cTn id="111" presetID="23" presetClass="entr" presetSubtype="16" fill="hold" nodeType="clickEffect">
                                      <p:stCondLst>
                                        <p:cond delay="0"/>
                                      </p:stCondLst>
                                      <p:childTnLst>
                                        <p:set>
                                          <p:cBhvr>
                                            <p:cTn id="112" dur="1" fill="hold">
                                              <p:stCondLst>
                                                <p:cond delay="0"/>
                                              </p:stCondLst>
                                            </p:cTn>
                                            <p:tgtEl>
                                              <p:spTgt spid="205"/>
                                            </p:tgtEl>
                                            <p:attrNameLst>
                                              <p:attrName>style.visibility</p:attrName>
                                            </p:attrNameLst>
                                          </p:cBhvr>
                                          <p:to>
                                            <p:strVal val="visible"/>
                                          </p:to>
                                        </p:set>
                                        <p:anim calcmode="lin" valueType="num">
                                          <p:cBhvr>
                                            <p:cTn id="113" dur="500" fill="hold"/>
                                            <p:tgtEl>
                                              <p:spTgt spid="205"/>
                                            </p:tgtEl>
                                            <p:attrNameLst>
                                              <p:attrName>ppt_w</p:attrName>
                                            </p:attrNameLst>
                                          </p:cBhvr>
                                          <p:tavLst>
                                            <p:tav tm="0">
                                              <p:val>
                                                <p:fltVal val="0"/>
                                              </p:val>
                                            </p:tav>
                                            <p:tav tm="100000">
                                              <p:val>
                                                <p:strVal val="#ppt_w"/>
                                              </p:val>
                                            </p:tav>
                                          </p:tavLst>
                                        </p:anim>
                                        <p:anim calcmode="lin" valueType="num">
                                          <p:cBhvr>
                                            <p:cTn id="114" dur="500" fill="hold"/>
                                            <p:tgtEl>
                                              <p:spTgt spid="205"/>
                                            </p:tgtEl>
                                            <p:attrNameLst>
                                              <p:attrName>ppt_h</p:attrName>
                                            </p:attrNameLst>
                                          </p:cBhvr>
                                          <p:tavLst>
                                            <p:tav tm="0">
                                              <p:val>
                                                <p:fltVal val="0"/>
                                              </p:val>
                                            </p:tav>
                                            <p:tav tm="100000">
                                              <p:val>
                                                <p:strVal val="#ppt_h"/>
                                              </p:val>
                                            </p:tav>
                                          </p:tavLst>
                                        </p:anim>
                                      </p:childTnLst>
                                    </p:cTn>
                                  </p:par>
                                  <p:par>
                                    <p:cTn id="115" presetID="1" presetClass="entr" presetSubtype="0" fill="hold" grpId="0" nodeType="withEffect">
                                      <p:stCondLst>
                                        <p:cond delay="500"/>
                                      </p:stCondLst>
                                      <p:childTnLst>
                                        <p:set>
                                          <p:cBhvr>
                                            <p:cTn id="116" dur="1" fill="hold">
                                              <p:stCondLst>
                                                <p:cond delay="0"/>
                                              </p:stCondLst>
                                            </p:cTn>
                                            <p:tgtEl>
                                              <p:spTgt spid="229"/>
                                            </p:tgtEl>
                                            <p:attrNameLst>
                                              <p:attrName>style.visibility</p:attrName>
                                            </p:attrNameLst>
                                          </p:cBhvr>
                                          <p:to>
                                            <p:strVal val="visible"/>
                                          </p:to>
                                        </p:set>
                                      </p:childTnLst>
                                    </p:cTn>
                                  </p:par>
                                </p:childTnLst>
                              </p:cTn>
                            </p:par>
                            <p:par>
                              <p:cTn id="117" fill="hold">
                                <p:stCondLst>
                                  <p:cond delay="500"/>
                                </p:stCondLst>
                                <p:childTnLst>
                                  <p:par>
                                    <p:cTn id="118" presetID="10" presetClass="entr" presetSubtype="0" fill="hold" nodeType="afterEffect">
                                      <p:stCondLst>
                                        <p:cond delay="0"/>
                                      </p:stCondLst>
                                      <p:childTnLst>
                                        <p:set>
                                          <p:cBhvr>
                                            <p:cTn id="119" dur="1" fill="hold">
                                              <p:stCondLst>
                                                <p:cond delay="0"/>
                                              </p:stCondLst>
                                            </p:cTn>
                                            <p:tgtEl>
                                              <p:spTgt spid="237"/>
                                            </p:tgtEl>
                                            <p:attrNameLst>
                                              <p:attrName>style.visibility</p:attrName>
                                            </p:attrNameLst>
                                          </p:cBhvr>
                                          <p:to>
                                            <p:strVal val="visible"/>
                                          </p:to>
                                        </p:set>
                                        <p:animEffect transition="in" filter="fade">
                                          <p:cBhvr>
                                            <p:cTn id="120" dur="500"/>
                                            <p:tgtEl>
                                              <p:spTgt spid="237"/>
                                            </p:tgtEl>
                                          </p:cBhvr>
                                        </p:animEffect>
                                      </p:childTnLst>
                                    </p:cTn>
                                  </p:par>
                                </p:childTnLst>
                              </p:cTn>
                            </p:par>
                            <p:par>
                              <p:cTn id="121" fill="hold">
                                <p:stCondLst>
                                  <p:cond delay="1000"/>
                                </p:stCondLst>
                                <p:childTnLst>
                                  <p:par>
                                    <p:cTn id="122" presetID="10" presetClass="entr" presetSubtype="0" fill="hold" grpId="0" nodeType="afterEffect">
                                      <p:stCondLst>
                                        <p:cond delay="0"/>
                                      </p:stCondLst>
                                      <p:childTnLst>
                                        <p:set>
                                          <p:cBhvr>
                                            <p:cTn id="123" dur="1" fill="hold">
                                              <p:stCondLst>
                                                <p:cond delay="0"/>
                                              </p:stCondLst>
                                            </p:cTn>
                                            <p:tgtEl>
                                              <p:spTgt spid="52"/>
                                            </p:tgtEl>
                                            <p:attrNameLst>
                                              <p:attrName>style.visibility</p:attrName>
                                            </p:attrNameLst>
                                          </p:cBhvr>
                                          <p:to>
                                            <p:strVal val="visible"/>
                                          </p:to>
                                        </p:set>
                                        <p:animEffect transition="in" filter="fade">
                                          <p:cBhvr>
                                            <p:cTn id="124" dur="500"/>
                                            <p:tgtEl>
                                              <p:spTgt spid="52"/>
                                            </p:tgtEl>
                                          </p:cBhvr>
                                        </p:animEffec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417"/>
                                            </p:tgtEl>
                                            <p:attrNameLst>
                                              <p:attrName>style.visibility</p:attrName>
                                            </p:attrNameLst>
                                          </p:cBhvr>
                                          <p:to>
                                            <p:strVal val="visible"/>
                                          </p:to>
                                        </p:set>
                                      </p:childTnLst>
                                    </p:cTn>
                                  </p:par>
                                </p:childTnLst>
                              </p:cTn>
                            </p:par>
                            <p:par>
                              <p:cTn id="129" fill="hold">
                                <p:stCondLst>
                                  <p:cond delay="0"/>
                                </p:stCondLst>
                                <p:childTnLst>
                                  <p:par>
                                    <p:cTn id="130" presetID="22" presetClass="entr" presetSubtype="8" fill="hold" grpId="0" nodeType="afterEffect">
                                      <p:stCondLst>
                                        <p:cond delay="0"/>
                                      </p:stCondLst>
                                      <p:childTnLst>
                                        <p:set>
                                          <p:cBhvr>
                                            <p:cTn id="131" dur="1" fill="hold">
                                              <p:stCondLst>
                                                <p:cond delay="0"/>
                                              </p:stCondLst>
                                            </p:cTn>
                                            <p:tgtEl>
                                              <p:spTgt spid="419"/>
                                            </p:tgtEl>
                                            <p:attrNameLst>
                                              <p:attrName>style.visibility</p:attrName>
                                            </p:attrNameLst>
                                          </p:cBhvr>
                                          <p:to>
                                            <p:strVal val="visible"/>
                                          </p:to>
                                        </p:set>
                                        <p:animEffect transition="in" filter="wipe(left)">
                                          <p:cBhvr>
                                            <p:cTn id="132" dur="500"/>
                                            <p:tgtEl>
                                              <p:spTgt spid="4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 grpId="0" animBg="1"/>
          <p:bldP spid="227" grpId="0" animBg="1"/>
          <p:bldP spid="228" grpId="0" animBg="1"/>
          <p:bldP spid="229" grpId="0" animBg="1"/>
          <p:bldP spid="225" grpId="0" animBg="1"/>
          <p:bldP spid="209" grpId="0" animBg="1"/>
          <p:bldP spid="4" grpId="0" animBg="1"/>
          <p:bldP spid="409" grpId="0"/>
          <p:bldP spid="413" grpId="0"/>
          <p:bldP spid="415" grpId="0"/>
          <p:bldP spid="417" grpId="0"/>
          <p:bldP spid="190" grpId="0" animBg="1"/>
          <p:bldP spid="418" grpId="0" animBg="1"/>
          <p:bldP spid="419" grpId="0" animBg="1"/>
          <p:bldP spid="48" grpId="0" animBg="1"/>
          <p:bldP spid="49" grpId="0" animBg="1"/>
          <p:bldP spid="50" grpId="0" animBg="1"/>
          <p:bldP spid="51" grpId="0" animBg="1"/>
          <p:bldP spid="52" grpId="0" animBg="1"/>
        </p:bldLst>
      </p:timing>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D52CFA91-EFCA-C66E-0359-8D6F0EAC6948}"/>
              </a:ext>
            </a:extLst>
          </p:cNvPr>
          <p:cNvSpPr txBox="1"/>
          <p:nvPr/>
        </p:nvSpPr>
        <p:spPr>
          <a:xfrm>
            <a:off x="0" y="6568681"/>
            <a:ext cx="4073237" cy="261610"/>
          </a:xfrm>
          <a:prstGeom prst="rect">
            <a:avLst/>
          </a:prstGeom>
          <a:noFill/>
        </p:spPr>
        <p:txBody>
          <a:bodyPr wrap="square" rtlCol="0">
            <a:spAutoFit/>
          </a:bodyPr>
          <a:lstStyle/>
          <a:p>
            <a:r>
              <a:rPr lang="fr-FR" sz="1100" i="1" dirty="0"/>
              <a:t>Data Mining</a:t>
            </a:r>
          </a:p>
        </p:txBody>
      </p:sp>
      <p:sp>
        <p:nvSpPr>
          <p:cNvPr id="5" name="ZoneTexte 4">
            <a:extLst>
              <a:ext uri="{FF2B5EF4-FFF2-40B4-BE49-F238E27FC236}">
                <a16:creationId xmlns:a16="http://schemas.microsoft.com/office/drawing/2014/main" id="{9BAFEC78-084B-D853-6300-85CAC171AB5A}"/>
              </a:ext>
            </a:extLst>
          </p:cNvPr>
          <p:cNvSpPr txBox="1"/>
          <p:nvPr/>
        </p:nvSpPr>
        <p:spPr>
          <a:xfrm>
            <a:off x="10737272" y="6596390"/>
            <a:ext cx="1454728" cy="261610"/>
          </a:xfrm>
          <a:prstGeom prst="rect">
            <a:avLst/>
          </a:prstGeom>
          <a:noFill/>
        </p:spPr>
        <p:txBody>
          <a:bodyPr wrap="square" rtlCol="0">
            <a:spAutoFit/>
          </a:bodyPr>
          <a:lstStyle/>
          <a:p>
            <a:r>
              <a:rPr lang="fr-FR" sz="1100" i="1" dirty="0"/>
              <a:t>Ahmeth Bachir DIOUF</a:t>
            </a:r>
          </a:p>
        </p:txBody>
      </p:sp>
      <p:sp>
        <p:nvSpPr>
          <p:cNvPr id="7" name="ZoneTexte 6">
            <a:extLst>
              <a:ext uri="{FF2B5EF4-FFF2-40B4-BE49-F238E27FC236}">
                <a16:creationId xmlns:a16="http://schemas.microsoft.com/office/drawing/2014/main" id="{EBCEE1F4-6BC1-1C04-1449-BE79CD38D879}"/>
              </a:ext>
            </a:extLst>
          </p:cNvPr>
          <p:cNvSpPr txBox="1"/>
          <p:nvPr/>
        </p:nvSpPr>
        <p:spPr>
          <a:xfrm>
            <a:off x="858980" y="909843"/>
            <a:ext cx="5685053" cy="523220"/>
          </a:xfrm>
          <a:prstGeom prst="rect">
            <a:avLst/>
          </a:prstGeom>
          <a:noFill/>
        </p:spPr>
        <p:txBody>
          <a:bodyPr wrap="square">
            <a:spAutoFit/>
          </a:bodyPr>
          <a:lstStyle/>
          <a:p>
            <a:r>
              <a:rPr lang="fr-FR" sz="2800" b="1" dirty="0">
                <a:latin typeface="Agency FB" panose="020B0503020202020204" pitchFamily="34" charset="0"/>
              </a:rPr>
              <a:t>DEFINITION</a:t>
            </a:r>
          </a:p>
        </p:txBody>
      </p:sp>
      <p:sp>
        <p:nvSpPr>
          <p:cNvPr id="8" name="ZoneTexte 7">
            <a:extLst>
              <a:ext uri="{FF2B5EF4-FFF2-40B4-BE49-F238E27FC236}">
                <a16:creationId xmlns:a16="http://schemas.microsoft.com/office/drawing/2014/main" id="{EFD27B6E-D87D-AC1E-FBF8-60EFF3FD1CC6}"/>
              </a:ext>
            </a:extLst>
          </p:cNvPr>
          <p:cNvSpPr txBox="1"/>
          <p:nvPr/>
        </p:nvSpPr>
        <p:spPr>
          <a:xfrm>
            <a:off x="69272" y="166316"/>
            <a:ext cx="6691746" cy="646331"/>
          </a:xfrm>
          <a:prstGeom prst="rect">
            <a:avLst/>
          </a:prstGeom>
          <a:noFill/>
        </p:spPr>
        <p:txBody>
          <a:bodyPr wrap="square">
            <a:spAutoFit/>
          </a:bodyPr>
          <a:lstStyle/>
          <a:p>
            <a:r>
              <a:rPr lang="fr-SN" sz="3600" b="1" dirty="0">
                <a:solidFill>
                  <a:schemeClr val="accent1"/>
                </a:solidFill>
                <a:latin typeface="Agency FB" panose="020B0503020202020204" pitchFamily="34" charset="0"/>
              </a:rPr>
              <a:t>INTRODUCTION GENERALE</a:t>
            </a:r>
            <a:endParaRPr lang="fr-FR" sz="3600" b="1" dirty="0">
              <a:solidFill>
                <a:schemeClr val="accent1"/>
              </a:solidFill>
              <a:latin typeface="Agency FB" panose="020B0503020202020204" pitchFamily="34" charset="0"/>
            </a:endParaRPr>
          </a:p>
        </p:txBody>
      </p:sp>
      <p:sp>
        <p:nvSpPr>
          <p:cNvPr id="10" name="ZoneTexte 9">
            <a:extLst>
              <a:ext uri="{FF2B5EF4-FFF2-40B4-BE49-F238E27FC236}">
                <a16:creationId xmlns:a16="http://schemas.microsoft.com/office/drawing/2014/main" id="{68F4881F-2A83-D35B-0075-00E298D34648}"/>
              </a:ext>
            </a:extLst>
          </p:cNvPr>
          <p:cNvSpPr txBox="1"/>
          <p:nvPr/>
        </p:nvSpPr>
        <p:spPr>
          <a:xfrm>
            <a:off x="979124" y="1867884"/>
            <a:ext cx="10760364" cy="1421992"/>
          </a:xfrm>
          <a:prstGeom prst="rect">
            <a:avLst/>
          </a:prstGeom>
          <a:noFill/>
        </p:spPr>
        <p:txBody>
          <a:bodyPr wrap="square">
            <a:spAutoFit/>
          </a:bodyPr>
          <a:lstStyle/>
          <a:p>
            <a:pPr algn="ctr">
              <a:lnSpc>
                <a:spcPct val="150000"/>
              </a:lnSpc>
            </a:pPr>
            <a:r>
              <a:rPr lang="fr-FR" sz="2000" dirty="0">
                <a:latin typeface="Times New Roman" panose="02020603050405020304" pitchFamily="18" charset="0"/>
                <a:cs typeface="Times New Roman" panose="02020603050405020304" pitchFamily="18" charset="0"/>
              </a:rPr>
              <a:t>La </a:t>
            </a:r>
            <a:r>
              <a:rPr lang="fr-FR" sz="2000" b="1" dirty="0">
                <a:latin typeface="Times New Roman" panose="02020603050405020304" pitchFamily="18" charset="0"/>
                <a:cs typeface="Times New Roman" panose="02020603050405020304" pitchFamily="18" charset="0"/>
              </a:rPr>
              <a:t>régression linéaire </a:t>
            </a:r>
            <a:r>
              <a:rPr lang="fr-FR" sz="2000" dirty="0">
                <a:latin typeface="Times New Roman" panose="02020603050405020304" pitchFamily="18" charset="0"/>
                <a:cs typeface="Times New Roman" panose="02020603050405020304" pitchFamily="18" charset="0"/>
              </a:rPr>
              <a:t>est un algorithme de </a:t>
            </a:r>
            <a:r>
              <a:rPr lang="fr-FR" sz="2000" b="1" dirty="0">
                <a:latin typeface="Times New Roman" panose="02020603050405020304" pitchFamily="18" charset="0"/>
                <a:cs typeface="Times New Roman" panose="02020603050405020304" pitchFamily="18" charset="0"/>
              </a:rPr>
              <a:t>Machine Learning </a:t>
            </a:r>
            <a:r>
              <a:rPr lang="fr-FR" sz="2000" dirty="0">
                <a:latin typeface="Times New Roman" panose="02020603050405020304" pitchFamily="18" charset="0"/>
                <a:cs typeface="Times New Roman" panose="02020603050405020304" pitchFamily="18" charset="0"/>
              </a:rPr>
              <a:t>qui consiste à trouver la meilleure fonction permettant de définir une variable de sortie (</a:t>
            </a:r>
            <a:r>
              <a:rPr lang="fr-FR" sz="2000" i="1" dirty="0">
                <a:latin typeface="Times New Roman" panose="02020603050405020304" pitchFamily="18" charset="0"/>
                <a:cs typeface="Times New Roman" panose="02020603050405020304" pitchFamily="18" charset="0"/>
              </a:rPr>
              <a:t>élément à prédire</a:t>
            </a:r>
            <a:r>
              <a:rPr lang="fr-FR" sz="2000" dirty="0">
                <a:latin typeface="Times New Roman" panose="02020603050405020304" pitchFamily="18" charset="0"/>
                <a:cs typeface="Times New Roman" panose="02020603050405020304" pitchFamily="18" charset="0"/>
              </a:rPr>
              <a:t>) à partir des variables explicatives en entrée (</a:t>
            </a:r>
            <a:r>
              <a:rPr lang="fr-FR" sz="2000" i="1" dirty="0">
                <a:latin typeface="Times New Roman" panose="02020603050405020304" pitchFamily="18" charset="0"/>
                <a:cs typeface="Times New Roman" panose="02020603050405020304" pitchFamily="18" charset="0"/>
              </a:rPr>
              <a:t>les prédicteurs)</a:t>
            </a:r>
          </a:p>
        </p:txBody>
      </p:sp>
      <p:sp>
        <p:nvSpPr>
          <p:cNvPr id="6" name="ZoneTexte 5">
            <a:extLst>
              <a:ext uri="{FF2B5EF4-FFF2-40B4-BE49-F238E27FC236}">
                <a16:creationId xmlns:a16="http://schemas.microsoft.com/office/drawing/2014/main" id="{C2BBF254-434E-6F8C-D0EC-CF0DCC4B0E5E}"/>
              </a:ext>
            </a:extLst>
          </p:cNvPr>
          <p:cNvSpPr txBox="1"/>
          <p:nvPr/>
        </p:nvSpPr>
        <p:spPr>
          <a:xfrm>
            <a:off x="1075965" y="3568232"/>
            <a:ext cx="5685053" cy="523220"/>
          </a:xfrm>
          <a:prstGeom prst="rect">
            <a:avLst/>
          </a:prstGeom>
          <a:noFill/>
        </p:spPr>
        <p:txBody>
          <a:bodyPr wrap="square">
            <a:spAutoFit/>
          </a:bodyPr>
          <a:lstStyle/>
          <a:p>
            <a:r>
              <a:rPr lang="fr-FR" sz="2800" b="1" dirty="0">
                <a:latin typeface="Agency FB" panose="020B0503020202020204" pitchFamily="34" charset="0"/>
              </a:rPr>
              <a:t>EXEMPLE</a:t>
            </a:r>
          </a:p>
        </p:txBody>
      </p:sp>
      <p:pic>
        <p:nvPicPr>
          <p:cNvPr id="11" name="Image 10">
            <a:extLst>
              <a:ext uri="{FF2B5EF4-FFF2-40B4-BE49-F238E27FC236}">
                <a16:creationId xmlns:a16="http://schemas.microsoft.com/office/drawing/2014/main" id="{76C9ECCC-B2A6-1E9E-D82C-AE86003F3A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6697" y="4132041"/>
            <a:ext cx="8905581" cy="2396050"/>
          </a:xfrm>
          <a:prstGeom prst="rect">
            <a:avLst/>
          </a:prstGeom>
        </p:spPr>
      </p:pic>
    </p:spTree>
    <p:extLst>
      <p:ext uri="{BB962C8B-B14F-4D97-AF65-F5344CB8AC3E}">
        <p14:creationId xmlns:p14="http://schemas.microsoft.com/office/powerpoint/2010/main" val="37045600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D52CFA91-EFCA-C66E-0359-8D6F0EAC6948}"/>
              </a:ext>
            </a:extLst>
          </p:cNvPr>
          <p:cNvSpPr txBox="1"/>
          <p:nvPr/>
        </p:nvSpPr>
        <p:spPr>
          <a:xfrm>
            <a:off x="0" y="6568681"/>
            <a:ext cx="4073237"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1" u="none" strike="noStrike" kern="1200" cap="none" spc="0" normalizeH="0" baseline="0" noProof="0" dirty="0">
                <a:ln>
                  <a:noFill/>
                </a:ln>
                <a:solidFill>
                  <a:prstClr val="black"/>
                </a:solidFill>
                <a:effectLst/>
                <a:uLnTx/>
                <a:uFillTx/>
                <a:latin typeface="Calibri" panose="020F0502020204030204"/>
                <a:ea typeface="+mn-ea"/>
                <a:cs typeface="+mn-cs"/>
              </a:rPr>
              <a:t>Data Mining</a:t>
            </a:r>
          </a:p>
        </p:txBody>
      </p:sp>
      <p:sp>
        <p:nvSpPr>
          <p:cNvPr id="5" name="ZoneTexte 4">
            <a:extLst>
              <a:ext uri="{FF2B5EF4-FFF2-40B4-BE49-F238E27FC236}">
                <a16:creationId xmlns:a16="http://schemas.microsoft.com/office/drawing/2014/main" id="{9BAFEC78-084B-D853-6300-85CAC171AB5A}"/>
              </a:ext>
            </a:extLst>
          </p:cNvPr>
          <p:cNvSpPr txBox="1"/>
          <p:nvPr/>
        </p:nvSpPr>
        <p:spPr>
          <a:xfrm>
            <a:off x="10737272" y="6596390"/>
            <a:ext cx="1454728"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1" u="none" strike="noStrike" kern="1200" cap="none" spc="0" normalizeH="0" baseline="0" noProof="0" dirty="0">
                <a:ln>
                  <a:noFill/>
                </a:ln>
                <a:solidFill>
                  <a:prstClr val="black"/>
                </a:solidFill>
                <a:effectLst/>
                <a:uLnTx/>
                <a:uFillTx/>
                <a:latin typeface="Calibri" panose="020F0502020204030204"/>
                <a:ea typeface="+mn-ea"/>
                <a:cs typeface="+mn-cs"/>
              </a:rPr>
              <a:t>Ahmeth Bachir DIOUF</a:t>
            </a:r>
          </a:p>
        </p:txBody>
      </p:sp>
      <p:sp>
        <p:nvSpPr>
          <p:cNvPr id="6" name="ZoneTexte 5">
            <a:extLst>
              <a:ext uri="{FF2B5EF4-FFF2-40B4-BE49-F238E27FC236}">
                <a16:creationId xmlns:a16="http://schemas.microsoft.com/office/drawing/2014/main" id="{EEFB1AD2-DEAF-2084-C120-D605985353C0}"/>
              </a:ext>
            </a:extLst>
          </p:cNvPr>
          <p:cNvSpPr txBox="1"/>
          <p:nvPr/>
        </p:nvSpPr>
        <p:spPr>
          <a:xfrm>
            <a:off x="170872" y="65988"/>
            <a:ext cx="6691746" cy="646331"/>
          </a:xfrm>
          <a:prstGeom prst="rect">
            <a:avLst/>
          </a:prstGeom>
          <a:noFill/>
        </p:spPr>
        <p:txBody>
          <a:bodyPr wrap="square">
            <a:spAutoFit/>
          </a:bodyPr>
          <a:lstStyle/>
          <a:p>
            <a:r>
              <a:rPr lang="fr-SN" sz="3600" b="1" dirty="0">
                <a:solidFill>
                  <a:schemeClr val="accent1"/>
                </a:solidFill>
                <a:latin typeface="Agency FB" panose="020B0503020202020204" pitchFamily="34" charset="0"/>
              </a:rPr>
              <a:t>INTRODUCTION GENERALE</a:t>
            </a:r>
            <a:endParaRPr lang="fr-FR" sz="3600" b="1" dirty="0">
              <a:solidFill>
                <a:schemeClr val="accent1"/>
              </a:solidFill>
              <a:latin typeface="Agency FB" panose="020B0503020202020204" pitchFamily="34" charset="0"/>
            </a:endParaRPr>
          </a:p>
        </p:txBody>
      </p:sp>
      <p:sp>
        <p:nvSpPr>
          <p:cNvPr id="8" name="ZoneTexte 7">
            <a:extLst>
              <a:ext uri="{FF2B5EF4-FFF2-40B4-BE49-F238E27FC236}">
                <a16:creationId xmlns:a16="http://schemas.microsoft.com/office/drawing/2014/main" id="{BF9A867E-688E-3692-519B-A202D6BE8306}"/>
              </a:ext>
            </a:extLst>
          </p:cNvPr>
          <p:cNvSpPr txBox="1"/>
          <p:nvPr/>
        </p:nvSpPr>
        <p:spPr>
          <a:xfrm>
            <a:off x="1230710" y="829268"/>
            <a:ext cx="5685053" cy="523220"/>
          </a:xfrm>
          <a:prstGeom prst="rect">
            <a:avLst/>
          </a:prstGeom>
          <a:noFill/>
        </p:spPr>
        <p:txBody>
          <a:bodyPr wrap="square">
            <a:spAutoFit/>
          </a:bodyPr>
          <a:lstStyle/>
          <a:p>
            <a:r>
              <a:rPr lang="fr-FR" sz="2800" b="1" dirty="0">
                <a:latin typeface="Agency FB" panose="020B0503020202020204" pitchFamily="34" charset="0"/>
              </a:rPr>
              <a:t>STRUCTURE</a:t>
            </a:r>
          </a:p>
        </p:txBody>
      </p:sp>
      <p:pic>
        <p:nvPicPr>
          <p:cNvPr id="3" name="Image 2">
            <a:extLst>
              <a:ext uri="{FF2B5EF4-FFF2-40B4-BE49-F238E27FC236}">
                <a16:creationId xmlns:a16="http://schemas.microsoft.com/office/drawing/2014/main" id="{86143F78-FBBE-239F-00C5-EA984B8433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5491" y="1578114"/>
            <a:ext cx="8437418" cy="2483825"/>
          </a:xfrm>
          <a:prstGeom prst="rect">
            <a:avLst/>
          </a:prstGeom>
        </p:spPr>
      </p:pic>
      <p:pic>
        <p:nvPicPr>
          <p:cNvPr id="9" name="Image 8">
            <a:extLst>
              <a:ext uri="{FF2B5EF4-FFF2-40B4-BE49-F238E27FC236}">
                <a16:creationId xmlns:a16="http://schemas.microsoft.com/office/drawing/2014/main" id="{16E5DB2F-30E5-8CB1-5387-94E078CF9E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45491" y="4996874"/>
            <a:ext cx="8516996" cy="1326722"/>
          </a:xfrm>
          <a:prstGeom prst="rect">
            <a:avLst/>
          </a:prstGeom>
        </p:spPr>
      </p:pic>
      <p:sp>
        <p:nvSpPr>
          <p:cNvPr id="10" name="Flèche : bas 9">
            <a:extLst>
              <a:ext uri="{FF2B5EF4-FFF2-40B4-BE49-F238E27FC236}">
                <a16:creationId xmlns:a16="http://schemas.microsoft.com/office/drawing/2014/main" id="{B1FBDD3E-C39B-7204-F068-F4B963C55C67}"/>
              </a:ext>
            </a:extLst>
          </p:cNvPr>
          <p:cNvSpPr/>
          <p:nvPr/>
        </p:nvSpPr>
        <p:spPr>
          <a:xfrm>
            <a:off x="6952708" y="4135830"/>
            <a:ext cx="535709" cy="787152"/>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2" name="Flèche : bas 11">
            <a:extLst>
              <a:ext uri="{FF2B5EF4-FFF2-40B4-BE49-F238E27FC236}">
                <a16:creationId xmlns:a16="http://schemas.microsoft.com/office/drawing/2014/main" id="{41113120-0CD8-3706-6090-83AFDD4BD5A8}"/>
              </a:ext>
            </a:extLst>
          </p:cNvPr>
          <p:cNvSpPr/>
          <p:nvPr/>
        </p:nvSpPr>
        <p:spPr>
          <a:xfrm>
            <a:off x="4042719" y="4135830"/>
            <a:ext cx="535709" cy="787152"/>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3" name="Flèche : bas 12">
            <a:extLst>
              <a:ext uri="{FF2B5EF4-FFF2-40B4-BE49-F238E27FC236}">
                <a16:creationId xmlns:a16="http://schemas.microsoft.com/office/drawing/2014/main" id="{3769B32F-F474-17CF-530A-E80028649931}"/>
              </a:ext>
            </a:extLst>
          </p:cNvPr>
          <p:cNvSpPr/>
          <p:nvPr/>
        </p:nvSpPr>
        <p:spPr>
          <a:xfrm>
            <a:off x="5436134" y="4135830"/>
            <a:ext cx="535709" cy="787152"/>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4" name="Flèche : bas 13">
            <a:extLst>
              <a:ext uri="{FF2B5EF4-FFF2-40B4-BE49-F238E27FC236}">
                <a16:creationId xmlns:a16="http://schemas.microsoft.com/office/drawing/2014/main" id="{3DF55789-7C51-8CCE-DA41-E79E6A5C1A16}"/>
              </a:ext>
            </a:extLst>
          </p:cNvPr>
          <p:cNvSpPr/>
          <p:nvPr/>
        </p:nvSpPr>
        <p:spPr>
          <a:xfrm>
            <a:off x="2796448" y="4135830"/>
            <a:ext cx="535709" cy="787152"/>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5467526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D52CFA91-EFCA-C66E-0359-8D6F0EAC6948}"/>
              </a:ext>
            </a:extLst>
          </p:cNvPr>
          <p:cNvSpPr txBox="1"/>
          <p:nvPr/>
        </p:nvSpPr>
        <p:spPr>
          <a:xfrm>
            <a:off x="0" y="6568681"/>
            <a:ext cx="4073237"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1" u="none" strike="noStrike" kern="1200" cap="none" spc="0" normalizeH="0" baseline="0" noProof="0" dirty="0">
                <a:ln>
                  <a:noFill/>
                </a:ln>
                <a:solidFill>
                  <a:prstClr val="black"/>
                </a:solidFill>
                <a:effectLst/>
                <a:uLnTx/>
                <a:uFillTx/>
                <a:latin typeface="Calibri" panose="020F0502020204030204"/>
                <a:ea typeface="+mn-ea"/>
                <a:cs typeface="+mn-cs"/>
              </a:rPr>
              <a:t>Data Mining</a:t>
            </a:r>
          </a:p>
        </p:txBody>
      </p:sp>
      <p:sp>
        <p:nvSpPr>
          <p:cNvPr id="5" name="ZoneTexte 4">
            <a:extLst>
              <a:ext uri="{FF2B5EF4-FFF2-40B4-BE49-F238E27FC236}">
                <a16:creationId xmlns:a16="http://schemas.microsoft.com/office/drawing/2014/main" id="{9BAFEC78-084B-D853-6300-85CAC171AB5A}"/>
              </a:ext>
            </a:extLst>
          </p:cNvPr>
          <p:cNvSpPr txBox="1"/>
          <p:nvPr/>
        </p:nvSpPr>
        <p:spPr>
          <a:xfrm>
            <a:off x="10737272" y="6596390"/>
            <a:ext cx="1454728"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1" u="none" strike="noStrike" kern="1200" cap="none" spc="0" normalizeH="0" baseline="0" noProof="0" dirty="0">
                <a:ln>
                  <a:noFill/>
                </a:ln>
                <a:solidFill>
                  <a:prstClr val="black"/>
                </a:solidFill>
                <a:effectLst/>
                <a:uLnTx/>
                <a:uFillTx/>
                <a:latin typeface="Calibri" panose="020F0502020204030204"/>
                <a:ea typeface="+mn-ea"/>
                <a:cs typeface="+mn-cs"/>
              </a:rPr>
              <a:t>Ahmeth Bachir DIOUF</a:t>
            </a:r>
          </a:p>
        </p:txBody>
      </p:sp>
      <p:sp>
        <p:nvSpPr>
          <p:cNvPr id="3" name="ZoneTexte 2">
            <a:extLst>
              <a:ext uri="{FF2B5EF4-FFF2-40B4-BE49-F238E27FC236}">
                <a16:creationId xmlns:a16="http://schemas.microsoft.com/office/drawing/2014/main" id="{88055762-F6CB-FE3F-DC01-F947DF0A2EAC}"/>
              </a:ext>
            </a:extLst>
          </p:cNvPr>
          <p:cNvSpPr txBox="1"/>
          <p:nvPr/>
        </p:nvSpPr>
        <p:spPr>
          <a:xfrm>
            <a:off x="300181" y="191966"/>
            <a:ext cx="7587673"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3600" b="1" dirty="0">
                <a:solidFill>
                  <a:srgbClr val="4472C4"/>
                </a:solidFill>
                <a:latin typeface="Agency FB" panose="020B0503020202020204" pitchFamily="34" charset="0"/>
              </a:rPr>
              <a:t>Structure de la </a:t>
            </a:r>
            <a:r>
              <a:rPr lang="fr-FR" sz="3600" b="1" dirty="0" err="1">
                <a:solidFill>
                  <a:srgbClr val="4472C4"/>
                </a:solidFill>
                <a:latin typeface="Agency FB" panose="020B0503020202020204" pitchFamily="34" charset="0"/>
              </a:rPr>
              <a:t>dataset</a:t>
            </a:r>
            <a:endParaRPr kumimoji="0" lang="fr-FR" sz="3600" b="1" i="0" u="none" strike="noStrike" kern="1200" cap="none" spc="0" normalizeH="0" baseline="0" noProof="0" dirty="0">
              <a:ln>
                <a:noFill/>
              </a:ln>
              <a:solidFill>
                <a:srgbClr val="4472C4"/>
              </a:solidFill>
              <a:effectLst/>
              <a:uLnTx/>
              <a:uFillTx/>
              <a:latin typeface="Agency FB" panose="020B0503020202020204" pitchFamily="34" charset="0"/>
              <a:ea typeface="+mn-ea"/>
              <a:cs typeface="+mn-cs"/>
            </a:endParaRPr>
          </a:p>
        </p:txBody>
      </p:sp>
      <p:sp>
        <p:nvSpPr>
          <p:cNvPr id="6" name="ZoneTexte 5">
            <a:extLst>
              <a:ext uri="{FF2B5EF4-FFF2-40B4-BE49-F238E27FC236}">
                <a16:creationId xmlns:a16="http://schemas.microsoft.com/office/drawing/2014/main" id="{7822A329-6005-1C5D-B851-C8F253656419}"/>
              </a:ext>
            </a:extLst>
          </p:cNvPr>
          <p:cNvSpPr txBox="1"/>
          <p:nvPr/>
        </p:nvSpPr>
        <p:spPr>
          <a:xfrm>
            <a:off x="967941" y="1013995"/>
            <a:ext cx="10183094" cy="954107"/>
          </a:xfrm>
          <a:prstGeom prst="rect">
            <a:avLst/>
          </a:prstGeom>
          <a:noFill/>
        </p:spPr>
        <p:txBody>
          <a:bodyPr wrap="square">
            <a:spAutoFit/>
          </a:bodyPr>
          <a:lstStyle/>
          <a:p>
            <a:pPr algn="ctr"/>
            <a:r>
              <a:rPr lang="fr-FR" sz="2800" b="1" dirty="0">
                <a:latin typeface="Agency FB" panose="020B0503020202020204" pitchFamily="34" charset="0"/>
              </a:rPr>
              <a:t>La base de données dans un modèle de régression en ML est structurée comme suit</a:t>
            </a:r>
          </a:p>
        </p:txBody>
      </p:sp>
      <p:pic>
        <p:nvPicPr>
          <p:cNvPr id="7" name="Image 6">
            <a:extLst>
              <a:ext uri="{FF2B5EF4-FFF2-40B4-BE49-F238E27FC236}">
                <a16:creationId xmlns:a16="http://schemas.microsoft.com/office/drawing/2014/main" id="{CF735E31-0BEC-25B2-FEA0-92EAE90696E3}"/>
              </a:ext>
            </a:extLst>
          </p:cNvPr>
          <p:cNvPicPr>
            <a:picLocks noChangeAspect="1"/>
          </p:cNvPicPr>
          <p:nvPr/>
        </p:nvPicPr>
        <p:blipFill>
          <a:blip r:embed="rId2"/>
          <a:stretch>
            <a:fillRect/>
          </a:stretch>
        </p:blipFill>
        <p:spPr>
          <a:xfrm>
            <a:off x="1962438" y="1841659"/>
            <a:ext cx="7700241" cy="4457492"/>
          </a:xfrm>
          <a:prstGeom prst="rect">
            <a:avLst/>
          </a:prstGeom>
        </p:spPr>
      </p:pic>
    </p:spTree>
    <p:extLst>
      <p:ext uri="{BB962C8B-B14F-4D97-AF65-F5344CB8AC3E}">
        <p14:creationId xmlns:p14="http://schemas.microsoft.com/office/powerpoint/2010/main" val="22992493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D52CFA91-EFCA-C66E-0359-8D6F0EAC6948}"/>
              </a:ext>
            </a:extLst>
          </p:cNvPr>
          <p:cNvSpPr txBox="1"/>
          <p:nvPr/>
        </p:nvSpPr>
        <p:spPr>
          <a:xfrm>
            <a:off x="0" y="6568681"/>
            <a:ext cx="4073237"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1" u="none" strike="noStrike" kern="1200" cap="none" spc="0" normalizeH="0" baseline="0" noProof="0" dirty="0">
                <a:ln>
                  <a:noFill/>
                </a:ln>
                <a:solidFill>
                  <a:prstClr val="black"/>
                </a:solidFill>
                <a:effectLst/>
                <a:uLnTx/>
                <a:uFillTx/>
                <a:latin typeface="Calibri" panose="020F0502020204030204"/>
                <a:ea typeface="+mn-ea"/>
                <a:cs typeface="+mn-cs"/>
              </a:rPr>
              <a:t>Data Mining</a:t>
            </a:r>
          </a:p>
        </p:txBody>
      </p:sp>
      <p:sp>
        <p:nvSpPr>
          <p:cNvPr id="5" name="ZoneTexte 4">
            <a:extLst>
              <a:ext uri="{FF2B5EF4-FFF2-40B4-BE49-F238E27FC236}">
                <a16:creationId xmlns:a16="http://schemas.microsoft.com/office/drawing/2014/main" id="{9BAFEC78-084B-D853-6300-85CAC171AB5A}"/>
              </a:ext>
            </a:extLst>
          </p:cNvPr>
          <p:cNvSpPr txBox="1"/>
          <p:nvPr/>
        </p:nvSpPr>
        <p:spPr>
          <a:xfrm>
            <a:off x="10737272" y="6596390"/>
            <a:ext cx="1454728"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1" u="none" strike="noStrike" kern="1200" cap="none" spc="0" normalizeH="0" baseline="0" noProof="0" dirty="0">
                <a:ln>
                  <a:noFill/>
                </a:ln>
                <a:solidFill>
                  <a:prstClr val="black"/>
                </a:solidFill>
                <a:effectLst/>
                <a:uLnTx/>
                <a:uFillTx/>
                <a:latin typeface="Calibri" panose="020F0502020204030204"/>
                <a:ea typeface="+mn-ea"/>
                <a:cs typeface="+mn-cs"/>
              </a:rPr>
              <a:t>Ahmeth Bachir DIOUF</a:t>
            </a:r>
          </a:p>
        </p:txBody>
      </p:sp>
      <p:sp>
        <p:nvSpPr>
          <p:cNvPr id="2" name="ZoneTexte 1">
            <a:extLst>
              <a:ext uri="{FF2B5EF4-FFF2-40B4-BE49-F238E27FC236}">
                <a16:creationId xmlns:a16="http://schemas.microsoft.com/office/drawing/2014/main" id="{5436E1C5-DBDF-5DB8-4FE1-869E9022B7E1}"/>
              </a:ext>
            </a:extLst>
          </p:cNvPr>
          <p:cNvSpPr txBox="1"/>
          <p:nvPr/>
        </p:nvSpPr>
        <p:spPr>
          <a:xfrm>
            <a:off x="300181" y="201202"/>
            <a:ext cx="7587673"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3600" b="1" dirty="0">
                <a:solidFill>
                  <a:srgbClr val="4472C4"/>
                </a:solidFill>
                <a:latin typeface="Agency FB" panose="020B0503020202020204" pitchFamily="34" charset="0"/>
              </a:rPr>
              <a:t>Modélisation</a:t>
            </a:r>
            <a:endParaRPr kumimoji="0" lang="fr-FR" sz="3600" b="1" i="0" u="none" strike="noStrike" kern="1200" cap="none" spc="0" normalizeH="0" baseline="0" noProof="0" dirty="0">
              <a:ln>
                <a:noFill/>
              </a:ln>
              <a:solidFill>
                <a:srgbClr val="4472C4"/>
              </a:solidFill>
              <a:effectLst/>
              <a:uLnTx/>
              <a:uFillTx/>
              <a:latin typeface="Agency FB" panose="020B0503020202020204" pitchFamily="34" charset="0"/>
              <a:ea typeface="+mn-ea"/>
              <a:cs typeface="+mn-cs"/>
            </a:endParaRPr>
          </a:p>
        </p:txBody>
      </p:sp>
      <p:pic>
        <p:nvPicPr>
          <p:cNvPr id="7" name="Image 6">
            <a:extLst>
              <a:ext uri="{FF2B5EF4-FFF2-40B4-BE49-F238E27FC236}">
                <a16:creationId xmlns:a16="http://schemas.microsoft.com/office/drawing/2014/main" id="{9A211AFC-0427-DAA1-73EE-E1D4EB1D4B1E}"/>
              </a:ext>
            </a:extLst>
          </p:cNvPr>
          <p:cNvPicPr>
            <a:picLocks noChangeAspect="1"/>
          </p:cNvPicPr>
          <p:nvPr/>
        </p:nvPicPr>
        <p:blipFill>
          <a:blip r:embed="rId2"/>
          <a:stretch>
            <a:fillRect/>
          </a:stretch>
        </p:blipFill>
        <p:spPr>
          <a:xfrm>
            <a:off x="1149638" y="1248064"/>
            <a:ext cx="9675380" cy="4588003"/>
          </a:xfrm>
          <a:prstGeom prst="rect">
            <a:avLst/>
          </a:prstGeom>
        </p:spPr>
      </p:pic>
    </p:spTree>
    <p:extLst>
      <p:ext uri="{BB962C8B-B14F-4D97-AF65-F5344CB8AC3E}">
        <p14:creationId xmlns:p14="http://schemas.microsoft.com/office/powerpoint/2010/main" val="40936546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D52CFA91-EFCA-C66E-0359-8D6F0EAC6948}"/>
              </a:ext>
            </a:extLst>
          </p:cNvPr>
          <p:cNvSpPr txBox="1"/>
          <p:nvPr/>
        </p:nvSpPr>
        <p:spPr>
          <a:xfrm>
            <a:off x="0" y="6568681"/>
            <a:ext cx="4073237"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1" u="none" strike="noStrike" kern="1200" cap="none" spc="0" normalizeH="0" baseline="0" noProof="0" dirty="0">
                <a:ln>
                  <a:noFill/>
                </a:ln>
                <a:solidFill>
                  <a:prstClr val="black"/>
                </a:solidFill>
                <a:effectLst/>
                <a:uLnTx/>
                <a:uFillTx/>
                <a:latin typeface="Calibri" panose="020F0502020204030204"/>
                <a:ea typeface="+mn-ea"/>
                <a:cs typeface="+mn-cs"/>
              </a:rPr>
              <a:t>Data Mining</a:t>
            </a:r>
          </a:p>
        </p:txBody>
      </p:sp>
      <p:sp>
        <p:nvSpPr>
          <p:cNvPr id="5" name="ZoneTexte 4">
            <a:extLst>
              <a:ext uri="{FF2B5EF4-FFF2-40B4-BE49-F238E27FC236}">
                <a16:creationId xmlns:a16="http://schemas.microsoft.com/office/drawing/2014/main" id="{9BAFEC78-084B-D853-6300-85CAC171AB5A}"/>
              </a:ext>
            </a:extLst>
          </p:cNvPr>
          <p:cNvSpPr txBox="1"/>
          <p:nvPr/>
        </p:nvSpPr>
        <p:spPr>
          <a:xfrm>
            <a:off x="10737272" y="6596390"/>
            <a:ext cx="1454728"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1" u="none" strike="noStrike" kern="1200" cap="none" spc="0" normalizeH="0" baseline="0" noProof="0" dirty="0">
                <a:ln>
                  <a:noFill/>
                </a:ln>
                <a:solidFill>
                  <a:prstClr val="black"/>
                </a:solidFill>
                <a:effectLst/>
                <a:uLnTx/>
                <a:uFillTx/>
                <a:latin typeface="Calibri" panose="020F0502020204030204"/>
                <a:ea typeface="+mn-ea"/>
                <a:cs typeface="+mn-cs"/>
              </a:rPr>
              <a:t>Ahmeth Bachir DIOUF</a:t>
            </a:r>
          </a:p>
        </p:txBody>
      </p:sp>
      <p:sp>
        <p:nvSpPr>
          <p:cNvPr id="3" name="ZoneTexte 2">
            <a:extLst>
              <a:ext uri="{FF2B5EF4-FFF2-40B4-BE49-F238E27FC236}">
                <a16:creationId xmlns:a16="http://schemas.microsoft.com/office/drawing/2014/main" id="{BC150AC9-8FC0-2134-9527-35B32818F534}"/>
              </a:ext>
            </a:extLst>
          </p:cNvPr>
          <p:cNvSpPr txBox="1"/>
          <p:nvPr/>
        </p:nvSpPr>
        <p:spPr>
          <a:xfrm>
            <a:off x="300181" y="201202"/>
            <a:ext cx="7587673"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3600" b="1" dirty="0">
                <a:solidFill>
                  <a:srgbClr val="4472C4"/>
                </a:solidFill>
                <a:latin typeface="Agency FB" panose="020B0503020202020204" pitchFamily="34" charset="0"/>
              </a:rPr>
              <a:t>Modélisation</a:t>
            </a:r>
            <a:endParaRPr kumimoji="0" lang="fr-FR" sz="3600" b="1" i="0" u="none" strike="noStrike" kern="1200" cap="none" spc="0" normalizeH="0" baseline="0" noProof="0" dirty="0">
              <a:ln>
                <a:noFill/>
              </a:ln>
              <a:solidFill>
                <a:srgbClr val="4472C4"/>
              </a:solidFill>
              <a:effectLst/>
              <a:uLnTx/>
              <a:uFillTx/>
              <a:latin typeface="Agency FB" panose="020B0503020202020204" pitchFamily="34" charset="0"/>
              <a:ea typeface="+mn-ea"/>
              <a:cs typeface="+mn-cs"/>
            </a:endParaRPr>
          </a:p>
        </p:txBody>
      </p:sp>
      <p:sp>
        <p:nvSpPr>
          <p:cNvPr id="6" name="ZoneTexte 5">
            <a:extLst>
              <a:ext uri="{FF2B5EF4-FFF2-40B4-BE49-F238E27FC236}">
                <a16:creationId xmlns:a16="http://schemas.microsoft.com/office/drawing/2014/main" id="{98FA331F-A387-2EB9-E96F-DAA445370660}"/>
              </a:ext>
            </a:extLst>
          </p:cNvPr>
          <p:cNvSpPr txBox="1"/>
          <p:nvPr/>
        </p:nvSpPr>
        <p:spPr>
          <a:xfrm>
            <a:off x="1605250" y="1097122"/>
            <a:ext cx="10183094" cy="523220"/>
          </a:xfrm>
          <a:prstGeom prst="rect">
            <a:avLst/>
          </a:prstGeom>
          <a:noFill/>
        </p:spPr>
        <p:txBody>
          <a:bodyPr wrap="square">
            <a:spAutoFit/>
          </a:bodyPr>
          <a:lstStyle/>
          <a:p>
            <a:r>
              <a:rPr lang="fr-FR" sz="2800" b="1" dirty="0">
                <a:latin typeface="Agency FB" panose="020B0503020202020204" pitchFamily="34" charset="0"/>
              </a:rPr>
              <a:t>Fonction coût</a:t>
            </a:r>
          </a:p>
        </p:txBody>
      </p:sp>
      <p:pic>
        <p:nvPicPr>
          <p:cNvPr id="7" name="Image 6">
            <a:extLst>
              <a:ext uri="{FF2B5EF4-FFF2-40B4-BE49-F238E27FC236}">
                <a16:creationId xmlns:a16="http://schemas.microsoft.com/office/drawing/2014/main" id="{B238CB17-4B2F-1A64-514B-66ADC7DD355D}"/>
              </a:ext>
            </a:extLst>
          </p:cNvPr>
          <p:cNvPicPr>
            <a:picLocks noChangeAspect="1"/>
          </p:cNvPicPr>
          <p:nvPr/>
        </p:nvPicPr>
        <p:blipFill>
          <a:blip r:embed="rId2"/>
          <a:stretch>
            <a:fillRect/>
          </a:stretch>
        </p:blipFill>
        <p:spPr>
          <a:xfrm>
            <a:off x="2150918" y="1732976"/>
            <a:ext cx="6780645" cy="4723070"/>
          </a:xfrm>
          <a:prstGeom prst="rect">
            <a:avLst/>
          </a:prstGeom>
        </p:spPr>
      </p:pic>
    </p:spTree>
    <p:extLst>
      <p:ext uri="{BB962C8B-B14F-4D97-AF65-F5344CB8AC3E}">
        <p14:creationId xmlns:p14="http://schemas.microsoft.com/office/powerpoint/2010/main" val="39757217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D52CFA91-EFCA-C66E-0359-8D6F0EAC6948}"/>
              </a:ext>
            </a:extLst>
          </p:cNvPr>
          <p:cNvSpPr txBox="1"/>
          <p:nvPr/>
        </p:nvSpPr>
        <p:spPr>
          <a:xfrm>
            <a:off x="0" y="6568681"/>
            <a:ext cx="4073237"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1" u="none" strike="noStrike" kern="1200" cap="none" spc="0" normalizeH="0" baseline="0" noProof="0" dirty="0">
                <a:ln>
                  <a:noFill/>
                </a:ln>
                <a:solidFill>
                  <a:prstClr val="black"/>
                </a:solidFill>
                <a:effectLst/>
                <a:uLnTx/>
                <a:uFillTx/>
                <a:latin typeface="Calibri" panose="020F0502020204030204"/>
                <a:ea typeface="+mn-ea"/>
                <a:cs typeface="+mn-cs"/>
              </a:rPr>
              <a:t>Data Mining</a:t>
            </a:r>
          </a:p>
        </p:txBody>
      </p:sp>
      <p:sp>
        <p:nvSpPr>
          <p:cNvPr id="5" name="ZoneTexte 4">
            <a:extLst>
              <a:ext uri="{FF2B5EF4-FFF2-40B4-BE49-F238E27FC236}">
                <a16:creationId xmlns:a16="http://schemas.microsoft.com/office/drawing/2014/main" id="{9BAFEC78-084B-D853-6300-85CAC171AB5A}"/>
              </a:ext>
            </a:extLst>
          </p:cNvPr>
          <p:cNvSpPr txBox="1"/>
          <p:nvPr/>
        </p:nvSpPr>
        <p:spPr>
          <a:xfrm>
            <a:off x="10737272" y="6596390"/>
            <a:ext cx="1454728"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1" u="none" strike="noStrike" kern="1200" cap="none" spc="0" normalizeH="0" baseline="0" noProof="0" dirty="0">
                <a:ln>
                  <a:noFill/>
                </a:ln>
                <a:solidFill>
                  <a:prstClr val="black"/>
                </a:solidFill>
                <a:effectLst/>
                <a:uLnTx/>
                <a:uFillTx/>
                <a:latin typeface="Calibri" panose="020F0502020204030204"/>
                <a:ea typeface="+mn-ea"/>
                <a:cs typeface="+mn-cs"/>
              </a:rPr>
              <a:t>Ahmeth Bachir DIOUF</a:t>
            </a:r>
          </a:p>
        </p:txBody>
      </p:sp>
      <p:sp>
        <p:nvSpPr>
          <p:cNvPr id="3" name="ZoneTexte 2">
            <a:extLst>
              <a:ext uri="{FF2B5EF4-FFF2-40B4-BE49-F238E27FC236}">
                <a16:creationId xmlns:a16="http://schemas.microsoft.com/office/drawing/2014/main" id="{B99DBB84-AF9B-94AE-3377-DD9317A71EBD}"/>
              </a:ext>
            </a:extLst>
          </p:cNvPr>
          <p:cNvSpPr txBox="1"/>
          <p:nvPr/>
        </p:nvSpPr>
        <p:spPr>
          <a:xfrm>
            <a:off x="300181" y="201202"/>
            <a:ext cx="7587673"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3600" b="1" dirty="0">
                <a:solidFill>
                  <a:srgbClr val="4472C4"/>
                </a:solidFill>
                <a:latin typeface="Agency FB" panose="020B0503020202020204" pitchFamily="34" charset="0"/>
              </a:rPr>
              <a:t>Modélisation</a:t>
            </a:r>
            <a:endParaRPr kumimoji="0" lang="fr-FR" sz="3600" b="1" i="0" u="none" strike="noStrike" kern="1200" cap="none" spc="0" normalizeH="0" baseline="0" noProof="0" dirty="0">
              <a:ln>
                <a:noFill/>
              </a:ln>
              <a:solidFill>
                <a:srgbClr val="4472C4"/>
              </a:solidFill>
              <a:effectLst/>
              <a:uLnTx/>
              <a:uFillTx/>
              <a:latin typeface="Agency FB" panose="020B0503020202020204" pitchFamily="34" charset="0"/>
              <a:ea typeface="+mn-ea"/>
              <a:cs typeface="+mn-cs"/>
            </a:endParaRPr>
          </a:p>
        </p:txBody>
      </p:sp>
      <p:sp>
        <p:nvSpPr>
          <p:cNvPr id="6" name="ZoneTexte 5">
            <a:extLst>
              <a:ext uri="{FF2B5EF4-FFF2-40B4-BE49-F238E27FC236}">
                <a16:creationId xmlns:a16="http://schemas.microsoft.com/office/drawing/2014/main" id="{1C2D985C-25EB-A448-A377-61B4CA1B7143}"/>
              </a:ext>
            </a:extLst>
          </p:cNvPr>
          <p:cNvSpPr txBox="1"/>
          <p:nvPr/>
        </p:nvSpPr>
        <p:spPr>
          <a:xfrm>
            <a:off x="1596013" y="1060177"/>
            <a:ext cx="10183094" cy="523220"/>
          </a:xfrm>
          <a:prstGeom prst="rect">
            <a:avLst/>
          </a:prstGeom>
          <a:noFill/>
        </p:spPr>
        <p:txBody>
          <a:bodyPr wrap="square">
            <a:spAutoFit/>
          </a:bodyPr>
          <a:lstStyle/>
          <a:p>
            <a:r>
              <a:rPr lang="fr-FR" sz="2800" b="1" dirty="0">
                <a:latin typeface="Agency FB" panose="020B0503020202020204" pitchFamily="34" charset="0"/>
              </a:rPr>
              <a:t>Erreur quadratique moyenne</a:t>
            </a:r>
          </a:p>
        </p:txBody>
      </p:sp>
      <p:pic>
        <p:nvPicPr>
          <p:cNvPr id="11" name="Image 10">
            <a:extLst>
              <a:ext uri="{FF2B5EF4-FFF2-40B4-BE49-F238E27FC236}">
                <a16:creationId xmlns:a16="http://schemas.microsoft.com/office/drawing/2014/main" id="{767A4A32-B295-0FC4-28C1-4374D02886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36905" y="1796041"/>
            <a:ext cx="8645166" cy="4156147"/>
          </a:xfrm>
          <a:prstGeom prst="rect">
            <a:avLst/>
          </a:prstGeom>
        </p:spPr>
      </p:pic>
    </p:spTree>
    <p:extLst>
      <p:ext uri="{BB962C8B-B14F-4D97-AF65-F5344CB8AC3E}">
        <p14:creationId xmlns:p14="http://schemas.microsoft.com/office/powerpoint/2010/main" val="1426279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D52CFA91-EFCA-C66E-0359-8D6F0EAC6948}"/>
              </a:ext>
            </a:extLst>
          </p:cNvPr>
          <p:cNvSpPr txBox="1"/>
          <p:nvPr/>
        </p:nvSpPr>
        <p:spPr>
          <a:xfrm>
            <a:off x="0" y="6568681"/>
            <a:ext cx="4073237"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1" u="none" strike="noStrike" kern="1200" cap="none" spc="0" normalizeH="0" baseline="0" noProof="0" dirty="0">
                <a:ln>
                  <a:noFill/>
                </a:ln>
                <a:solidFill>
                  <a:prstClr val="black"/>
                </a:solidFill>
                <a:effectLst/>
                <a:uLnTx/>
                <a:uFillTx/>
                <a:latin typeface="Calibri" panose="020F0502020204030204"/>
                <a:ea typeface="+mn-ea"/>
                <a:cs typeface="+mn-cs"/>
              </a:rPr>
              <a:t>Data Mining</a:t>
            </a:r>
          </a:p>
        </p:txBody>
      </p:sp>
      <p:sp>
        <p:nvSpPr>
          <p:cNvPr id="5" name="ZoneTexte 4">
            <a:extLst>
              <a:ext uri="{FF2B5EF4-FFF2-40B4-BE49-F238E27FC236}">
                <a16:creationId xmlns:a16="http://schemas.microsoft.com/office/drawing/2014/main" id="{9BAFEC78-084B-D853-6300-85CAC171AB5A}"/>
              </a:ext>
            </a:extLst>
          </p:cNvPr>
          <p:cNvSpPr txBox="1"/>
          <p:nvPr/>
        </p:nvSpPr>
        <p:spPr>
          <a:xfrm>
            <a:off x="10737272" y="6596390"/>
            <a:ext cx="1454728"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1" u="none" strike="noStrike" kern="1200" cap="none" spc="0" normalizeH="0" baseline="0" noProof="0" dirty="0">
                <a:ln>
                  <a:noFill/>
                </a:ln>
                <a:solidFill>
                  <a:prstClr val="black"/>
                </a:solidFill>
                <a:effectLst/>
                <a:uLnTx/>
                <a:uFillTx/>
                <a:latin typeface="Calibri" panose="020F0502020204030204"/>
                <a:ea typeface="+mn-ea"/>
                <a:cs typeface="+mn-cs"/>
              </a:rPr>
              <a:t>Ahmeth Bachir DIOUF</a:t>
            </a:r>
          </a:p>
        </p:txBody>
      </p:sp>
      <p:pic>
        <p:nvPicPr>
          <p:cNvPr id="7" name="Image 6">
            <a:extLst>
              <a:ext uri="{FF2B5EF4-FFF2-40B4-BE49-F238E27FC236}">
                <a16:creationId xmlns:a16="http://schemas.microsoft.com/office/drawing/2014/main" id="{902D28CE-4228-6719-8079-DAD98F711092}"/>
              </a:ext>
            </a:extLst>
          </p:cNvPr>
          <p:cNvPicPr>
            <a:picLocks noChangeAspect="1"/>
          </p:cNvPicPr>
          <p:nvPr/>
        </p:nvPicPr>
        <p:blipFill>
          <a:blip r:embed="rId2"/>
          <a:stretch>
            <a:fillRect/>
          </a:stretch>
        </p:blipFill>
        <p:spPr>
          <a:xfrm>
            <a:off x="1630363" y="2185266"/>
            <a:ext cx="8858250" cy="4057650"/>
          </a:xfrm>
          <a:prstGeom prst="rect">
            <a:avLst/>
          </a:prstGeom>
        </p:spPr>
      </p:pic>
      <p:sp>
        <p:nvSpPr>
          <p:cNvPr id="8" name="ZoneTexte 7">
            <a:extLst>
              <a:ext uri="{FF2B5EF4-FFF2-40B4-BE49-F238E27FC236}">
                <a16:creationId xmlns:a16="http://schemas.microsoft.com/office/drawing/2014/main" id="{7CDAD255-C39F-9F38-584D-3CED526B3545}"/>
              </a:ext>
            </a:extLst>
          </p:cNvPr>
          <p:cNvSpPr txBox="1"/>
          <p:nvPr/>
        </p:nvSpPr>
        <p:spPr>
          <a:xfrm>
            <a:off x="300181" y="201202"/>
            <a:ext cx="7587673"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3600" b="1" dirty="0">
                <a:solidFill>
                  <a:srgbClr val="4472C4"/>
                </a:solidFill>
                <a:latin typeface="Agency FB" panose="020B0503020202020204" pitchFamily="34" charset="0"/>
              </a:rPr>
              <a:t>Modélisation</a:t>
            </a:r>
            <a:endParaRPr kumimoji="0" lang="fr-FR" sz="3600" b="1" i="0" u="none" strike="noStrike" kern="1200" cap="none" spc="0" normalizeH="0" baseline="0" noProof="0" dirty="0">
              <a:ln>
                <a:noFill/>
              </a:ln>
              <a:solidFill>
                <a:srgbClr val="4472C4"/>
              </a:solidFill>
              <a:effectLst/>
              <a:uLnTx/>
              <a:uFillTx/>
              <a:latin typeface="Agency FB" panose="020B0503020202020204" pitchFamily="34" charset="0"/>
              <a:ea typeface="+mn-ea"/>
              <a:cs typeface="+mn-cs"/>
            </a:endParaRPr>
          </a:p>
        </p:txBody>
      </p:sp>
      <p:sp>
        <p:nvSpPr>
          <p:cNvPr id="9" name="ZoneTexte 8">
            <a:extLst>
              <a:ext uri="{FF2B5EF4-FFF2-40B4-BE49-F238E27FC236}">
                <a16:creationId xmlns:a16="http://schemas.microsoft.com/office/drawing/2014/main" id="{210CE7F6-50F9-1188-941C-B25EBF354062}"/>
              </a:ext>
            </a:extLst>
          </p:cNvPr>
          <p:cNvSpPr txBox="1"/>
          <p:nvPr/>
        </p:nvSpPr>
        <p:spPr>
          <a:xfrm>
            <a:off x="1596013" y="1060177"/>
            <a:ext cx="10183094" cy="523220"/>
          </a:xfrm>
          <a:prstGeom prst="rect">
            <a:avLst/>
          </a:prstGeom>
          <a:noFill/>
        </p:spPr>
        <p:txBody>
          <a:bodyPr wrap="square">
            <a:spAutoFit/>
          </a:bodyPr>
          <a:lstStyle/>
          <a:p>
            <a:r>
              <a:rPr lang="fr-FR" sz="2800" b="1" dirty="0">
                <a:latin typeface="Agency FB" panose="020B0503020202020204" pitchFamily="34" charset="0"/>
              </a:rPr>
              <a:t>Apprentissage</a:t>
            </a:r>
          </a:p>
        </p:txBody>
      </p:sp>
    </p:spTree>
    <p:extLst>
      <p:ext uri="{BB962C8B-B14F-4D97-AF65-F5344CB8AC3E}">
        <p14:creationId xmlns:p14="http://schemas.microsoft.com/office/powerpoint/2010/main" val="283992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D52CFA91-EFCA-C66E-0359-8D6F0EAC6948}"/>
              </a:ext>
            </a:extLst>
          </p:cNvPr>
          <p:cNvSpPr txBox="1"/>
          <p:nvPr/>
        </p:nvSpPr>
        <p:spPr>
          <a:xfrm>
            <a:off x="0" y="6568681"/>
            <a:ext cx="4073237"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1" u="none" strike="noStrike" kern="1200" cap="none" spc="0" normalizeH="0" baseline="0" noProof="0" dirty="0">
                <a:ln>
                  <a:noFill/>
                </a:ln>
                <a:solidFill>
                  <a:prstClr val="black"/>
                </a:solidFill>
                <a:effectLst/>
                <a:uLnTx/>
                <a:uFillTx/>
                <a:latin typeface="Calibri" panose="020F0502020204030204"/>
                <a:ea typeface="+mn-ea"/>
                <a:cs typeface="+mn-cs"/>
              </a:rPr>
              <a:t>Data Mining</a:t>
            </a:r>
          </a:p>
        </p:txBody>
      </p:sp>
      <p:sp>
        <p:nvSpPr>
          <p:cNvPr id="5" name="ZoneTexte 4">
            <a:extLst>
              <a:ext uri="{FF2B5EF4-FFF2-40B4-BE49-F238E27FC236}">
                <a16:creationId xmlns:a16="http://schemas.microsoft.com/office/drawing/2014/main" id="{9BAFEC78-084B-D853-6300-85CAC171AB5A}"/>
              </a:ext>
            </a:extLst>
          </p:cNvPr>
          <p:cNvSpPr txBox="1"/>
          <p:nvPr/>
        </p:nvSpPr>
        <p:spPr>
          <a:xfrm>
            <a:off x="10737272" y="6596390"/>
            <a:ext cx="1454728"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1" u="none" strike="noStrike" kern="1200" cap="none" spc="0" normalizeH="0" baseline="0" noProof="0" dirty="0">
                <a:ln>
                  <a:noFill/>
                </a:ln>
                <a:solidFill>
                  <a:prstClr val="black"/>
                </a:solidFill>
                <a:effectLst/>
                <a:uLnTx/>
                <a:uFillTx/>
                <a:latin typeface="Calibri" panose="020F0502020204030204"/>
                <a:ea typeface="+mn-ea"/>
                <a:cs typeface="+mn-cs"/>
              </a:rPr>
              <a:t>Ahmeth Bachir DIOUF</a:t>
            </a:r>
          </a:p>
        </p:txBody>
      </p:sp>
      <p:sp>
        <p:nvSpPr>
          <p:cNvPr id="3" name="ZoneTexte 2">
            <a:extLst>
              <a:ext uri="{FF2B5EF4-FFF2-40B4-BE49-F238E27FC236}">
                <a16:creationId xmlns:a16="http://schemas.microsoft.com/office/drawing/2014/main" id="{4A21565E-79A8-7B3D-727A-932CD7463725}"/>
              </a:ext>
            </a:extLst>
          </p:cNvPr>
          <p:cNvSpPr txBox="1"/>
          <p:nvPr/>
        </p:nvSpPr>
        <p:spPr>
          <a:xfrm>
            <a:off x="300181" y="201202"/>
            <a:ext cx="7587673"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3600" b="1" i="0" u="none" strike="noStrike" kern="1200" cap="none" spc="0" normalizeH="0" baseline="0" noProof="0" dirty="0">
                <a:ln>
                  <a:noFill/>
                </a:ln>
                <a:solidFill>
                  <a:srgbClr val="4472C4"/>
                </a:solidFill>
                <a:effectLst/>
                <a:uLnTx/>
                <a:uFillTx/>
                <a:latin typeface="Agency FB" panose="020B0503020202020204" pitchFamily="34" charset="0"/>
                <a:ea typeface="+mn-ea"/>
                <a:cs typeface="+mn-cs"/>
              </a:rPr>
              <a:t>R</a:t>
            </a:r>
            <a:r>
              <a:rPr lang="fr-FR" sz="3600" b="1" dirty="0">
                <a:solidFill>
                  <a:srgbClr val="4472C4"/>
                </a:solidFill>
                <a:latin typeface="Agency FB" panose="020B0503020202020204" pitchFamily="34" charset="0"/>
              </a:rPr>
              <a:t>égression linéaire simple</a:t>
            </a:r>
            <a:endParaRPr kumimoji="0" lang="fr-FR" sz="3600" b="1" i="0" u="none" strike="noStrike" kern="1200" cap="none" spc="0" normalizeH="0" baseline="0" noProof="0" dirty="0">
              <a:ln>
                <a:noFill/>
              </a:ln>
              <a:solidFill>
                <a:srgbClr val="4472C4"/>
              </a:solidFill>
              <a:effectLst/>
              <a:uLnTx/>
              <a:uFillTx/>
              <a:latin typeface="Agency FB" panose="020B0503020202020204" pitchFamily="34" charset="0"/>
              <a:ea typeface="+mn-ea"/>
              <a:cs typeface="+mn-cs"/>
            </a:endParaRPr>
          </a:p>
        </p:txBody>
      </p:sp>
      <p:sp>
        <p:nvSpPr>
          <p:cNvPr id="9" name="ZoneTexte 8">
            <a:extLst>
              <a:ext uri="{FF2B5EF4-FFF2-40B4-BE49-F238E27FC236}">
                <a16:creationId xmlns:a16="http://schemas.microsoft.com/office/drawing/2014/main" id="{CEB31298-B71C-4FD2-4F50-98007D04B89D}"/>
              </a:ext>
            </a:extLst>
          </p:cNvPr>
          <p:cNvSpPr txBox="1"/>
          <p:nvPr/>
        </p:nvSpPr>
        <p:spPr>
          <a:xfrm>
            <a:off x="2997633" y="2610655"/>
            <a:ext cx="6123710" cy="369332"/>
          </a:xfrm>
          <a:prstGeom prst="rect">
            <a:avLst/>
          </a:prstGeom>
          <a:noFill/>
        </p:spPr>
        <p:txBody>
          <a:bodyPr wrap="square" rtlCol="0">
            <a:spAutoFit/>
          </a:bodyPr>
          <a:lstStyle/>
          <a:p>
            <a:pPr algn="ctr"/>
            <a:r>
              <a:rPr lang="fr-FR" dirty="0"/>
              <a:t>TP a faire </a:t>
            </a:r>
          </a:p>
        </p:txBody>
      </p:sp>
    </p:spTree>
    <p:extLst>
      <p:ext uri="{BB962C8B-B14F-4D97-AF65-F5344CB8AC3E}">
        <p14:creationId xmlns:p14="http://schemas.microsoft.com/office/powerpoint/2010/main" val="38384921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D52CFA91-EFCA-C66E-0359-8D6F0EAC6948}"/>
              </a:ext>
            </a:extLst>
          </p:cNvPr>
          <p:cNvSpPr txBox="1"/>
          <p:nvPr/>
        </p:nvSpPr>
        <p:spPr>
          <a:xfrm>
            <a:off x="0" y="6568681"/>
            <a:ext cx="4073237"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1" u="none" strike="noStrike" kern="1200" cap="none" spc="0" normalizeH="0" baseline="0" noProof="0" dirty="0">
                <a:ln>
                  <a:noFill/>
                </a:ln>
                <a:solidFill>
                  <a:prstClr val="black"/>
                </a:solidFill>
                <a:effectLst/>
                <a:uLnTx/>
                <a:uFillTx/>
                <a:latin typeface="Calibri" panose="020F0502020204030204"/>
                <a:ea typeface="+mn-ea"/>
                <a:cs typeface="+mn-cs"/>
              </a:rPr>
              <a:t>Data Mining</a:t>
            </a:r>
          </a:p>
        </p:txBody>
      </p:sp>
      <p:sp>
        <p:nvSpPr>
          <p:cNvPr id="5" name="ZoneTexte 4">
            <a:extLst>
              <a:ext uri="{FF2B5EF4-FFF2-40B4-BE49-F238E27FC236}">
                <a16:creationId xmlns:a16="http://schemas.microsoft.com/office/drawing/2014/main" id="{9BAFEC78-084B-D853-6300-85CAC171AB5A}"/>
              </a:ext>
            </a:extLst>
          </p:cNvPr>
          <p:cNvSpPr txBox="1"/>
          <p:nvPr/>
        </p:nvSpPr>
        <p:spPr>
          <a:xfrm>
            <a:off x="10737272" y="6596390"/>
            <a:ext cx="1454728"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1" u="none" strike="noStrike" kern="1200" cap="none" spc="0" normalizeH="0" baseline="0" noProof="0" dirty="0">
                <a:ln>
                  <a:noFill/>
                </a:ln>
                <a:solidFill>
                  <a:prstClr val="black"/>
                </a:solidFill>
                <a:effectLst/>
                <a:uLnTx/>
                <a:uFillTx/>
                <a:latin typeface="Calibri" panose="020F0502020204030204"/>
                <a:ea typeface="+mn-ea"/>
                <a:cs typeface="+mn-cs"/>
              </a:rPr>
              <a:t>Ahmeth Bachir DIOUF</a:t>
            </a:r>
          </a:p>
        </p:txBody>
      </p:sp>
      <p:sp>
        <p:nvSpPr>
          <p:cNvPr id="2" name="ZoneTexte 1">
            <a:extLst>
              <a:ext uri="{FF2B5EF4-FFF2-40B4-BE49-F238E27FC236}">
                <a16:creationId xmlns:a16="http://schemas.microsoft.com/office/drawing/2014/main" id="{3B97B921-29B6-1C36-548C-20FF8F33DCD9}"/>
              </a:ext>
            </a:extLst>
          </p:cNvPr>
          <p:cNvSpPr txBox="1"/>
          <p:nvPr/>
        </p:nvSpPr>
        <p:spPr>
          <a:xfrm>
            <a:off x="279400" y="27709"/>
            <a:ext cx="7587673"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3600" b="1" dirty="0">
                <a:solidFill>
                  <a:srgbClr val="4472C4"/>
                </a:solidFill>
                <a:latin typeface="Agency FB" panose="020B0503020202020204" pitchFamily="34" charset="0"/>
              </a:rPr>
              <a:t>Régression Logistique</a:t>
            </a:r>
            <a:endParaRPr kumimoji="0" lang="fr-FR" sz="3600" b="1" i="0" u="none" strike="noStrike" kern="1200" cap="none" spc="0" normalizeH="0" baseline="0" noProof="0" dirty="0">
              <a:ln>
                <a:noFill/>
              </a:ln>
              <a:solidFill>
                <a:srgbClr val="4472C4"/>
              </a:solidFill>
              <a:effectLst/>
              <a:uLnTx/>
              <a:uFillTx/>
              <a:latin typeface="Agency FB" panose="020B0503020202020204" pitchFamily="34" charset="0"/>
              <a:ea typeface="+mn-ea"/>
              <a:cs typeface="+mn-cs"/>
            </a:endParaRPr>
          </a:p>
        </p:txBody>
      </p:sp>
      <p:sp>
        <p:nvSpPr>
          <p:cNvPr id="6" name="ZoneTexte 5">
            <a:extLst>
              <a:ext uri="{FF2B5EF4-FFF2-40B4-BE49-F238E27FC236}">
                <a16:creationId xmlns:a16="http://schemas.microsoft.com/office/drawing/2014/main" id="{3A6DD94E-160E-3B49-FF0A-36B2BEA24D46}"/>
              </a:ext>
            </a:extLst>
          </p:cNvPr>
          <p:cNvSpPr txBox="1"/>
          <p:nvPr/>
        </p:nvSpPr>
        <p:spPr>
          <a:xfrm>
            <a:off x="641927" y="1154852"/>
            <a:ext cx="10095345" cy="1429622"/>
          </a:xfrm>
          <a:prstGeom prst="rect">
            <a:avLst/>
          </a:prstGeom>
          <a:noFill/>
        </p:spPr>
        <p:txBody>
          <a:bodyPr wrap="square">
            <a:spAutoFit/>
          </a:bodyPr>
          <a:lstStyle/>
          <a:p>
            <a:pPr algn="ctr">
              <a:lnSpc>
                <a:spcPct val="150000"/>
              </a:lnSpc>
            </a:pPr>
            <a:r>
              <a:rPr lang="fr-SN" sz="2000" dirty="0"/>
              <a:t>La technique de modélisation statistique de régression logistique est utilisée lorsque nous avons une variable de résultat binaire. Par exemple : compte tenu des paramètres, l'élève réussira-t-il ou échouera-t-il ? Va-t-il pleuvoir ou pas ? etc.</a:t>
            </a:r>
            <a:endParaRPr lang="fr-FR" sz="2000" dirty="0"/>
          </a:p>
        </p:txBody>
      </p:sp>
      <p:pic>
        <p:nvPicPr>
          <p:cNvPr id="8" name="Image 7">
            <a:extLst>
              <a:ext uri="{FF2B5EF4-FFF2-40B4-BE49-F238E27FC236}">
                <a16:creationId xmlns:a16="http://schemas.microsoft.com/office/drawing/2014/main" id="{F25C6335-2C78-9DCA-25F8-F961751508AA}"/>
              </a:ext>
            </a:extLst>
          </p:cNvPr>
          <p:cNvPicPr>
            <a:picLocks noChangeAspect="1"/>
          </p:cNvPicPr>
          <p:nvPr/>
        </p:nvPicPr>
        <p:blipFill>
          <a:blip r:embed="rId2"/>
          <a:stretch>
            <a:fillRect/>
          </a:stretch>
        </p:blipFill>
        <p:spPr>
          <a:xfrm>
            <a:off x="1498455" y="2995468"/>
            <a:ext cx="8696325" cy="3009900"/>
          </a:xfrm>
          <a:prstGeom prst="rect">
            <a:avLst/>
          </a:prstGeom>
        </p:spPr>
      </p:pic>
    </p:spTree>
    <p:extLst>
      <p:ext uri="{BB962C8B-B14F-4D97-AF65-F5344CB8AC3E}">
        <p14:creationId xmlns:p14="http://schemas.microsoft.com/office/powerpoint/2010/main" val="18073720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D52CFA91-EFCA-C66E-0359-8D6F0EAC6948}"/>
              </a:ext>
            </a:extLst>
          </p:cNvPr>
          <p:cNvSpPr txBox="1"/>
          <p:nvPr/>
        </p:nvSpPr>
        <p:spPr>
          <a:xfrm>
            <a:off x="0" y="6568681"/>
            <a:ext cx="4073237"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1" u="none" strike="noStrike" kern="1200" cap="none" spc="0" normalizeH="0" baseline="0" noProof="0" dirty="0">
                <a:ln>
                  <a:noFill/>
                </a:ln>
                <a:solidFill>
                  <a:prstClr val="black"/>
                </a:solidFill>
                <a:effectLst/>
                <a:uLnTx/>
                <a:uFillTx/>
                <a:latin typeface="Calibri" panose="020F0502020204030204"/>
                <a:ea typeface="+mn-ea"/>
                <a:cs typeface="+mn-cs"/>
              </a:rPr>
              <a:t>Data Mining</a:t>
            </a:r>
          </a:p>
        </p:txBody>
      </p:sp>
      <p:sp>
        <p:nvSpPr>
          <p:cNvPr id="5" name="ZoneTexte 4">
            <a:extLst>
              <a:ext uri="{FF2B5EF4-FFF2-40B4-BE49-F238E27FC236}">
                <a16:creationId xmlns:a16="http://schemas.microsoft.com/office/drawing/2014/main" id="{9BAFEC78-084B-D853-6300-85CAC171AB5A}"/>
              </a:ext>
            </a:extLst>
          </p:cNvPr>
          <p:cNvSpPr txBox="1"/>
          <p:nvPr/>
        </p:nvSpPr>
        <p:spPr>
          <a:xfrm>
            <a:off x="10737272" y="6596390"/>
            <a:ext cx="1454728"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1" u="none" strike="noStrike" kern="1200" cap="none" spc="0" normalizeH="0" baseline="0" noProof="0" dirty="0">
                <a:ln>
                  <a:noFill/>
                </a:ln>
                <a:solidFill>
                  <a:prstClr val="black"/>
                </a:solidFill>
                <a:effectLst/>
                <a:uLnTx/>
                <a:uFillTx/>
                <a:latin typeface="Calibri" panose="020F0502020204030204"/>
                <a:ea typeface="+mn-ea"/>
                <a:cs typeface="+mn-cs"/>
              </a:rPr>
              <a:t>Ahmeth Bachir DIOUF</a:t>
            </a:r>
          </a:p>
        </p:txBody>
      </p:sp>
      <p:sp>
        <p:nvSpPr>
          <p:cNvPr id="2" name="ZoneTexte 1">
            <a:extLst>
              <a:ext uri="{FF2B5EF4-FFF2-40B4-BE49-F238E27FC236}">
                <a16:creationId xmlns:a16="http://schemas.microsoft.com/office/drawing/2014/main" id="{3B97B921-29B6-1C36-548C-20FF8F33DCD9}"/>
              </a:ext>
            </a:extLst>
          </p:cNvPr>
          <p:cNvSpPr txBox="1"/>
          <p:nvPr/>
        </p:nvSpPr>
        <p:spPr>
          <a:xfrm>
            <a:off x="279400" y="27709"/>
            <a:ext cx="7587673"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3600" b="1" dirty="0">
                <a:solidFill>
                  <a:srgbClr val="4472C4"/>
                </a:solidFill>
                <a:latin typeface="Agency FB" panose="020B0503020202020204" pitchFamily="34" charset="0"/>
              </a:rPr>
              <a:t>Régression Logistique</a:t>
            </a:r>
            <a:endParaRPr kumimoji="0" lang="fr-FR" sz="3600" b="1" i="0" u="none" strike="noStrike" kern="1200" cap="none" spc="0" normalizeH="0" baseline="0" noProof="0" dirty="0">
              <a:ln>
                <a:noFill/>
              </a:ln>
              <a:solidFill>
                <a:srgbClr val="4472C4"/>
              </a:solidFill>
              <a:effectLst/>
              <a:uLnTx/>
              <a:uFillTx/>
              <a:latin typeface="Agency FB" panose="020B0503020202020204" pitchFamily="34" charset="0"/>
              <a:ea typeface="+mn-ea"/>
              <a:cs typeface="+mn-cs"/>
            </a:endParaRPr>
          </a:p>
        </p:txBody>
      </p:sp>
      <p:sp>
        <p:nvSpPr>
          <p:cNvPr id="7" name="ZoneTexte 6">
            <a:extLst>
              <a:ext uri="{FF2B5EF4-FFF2-40B4-BE49-F238E27FC236}">
                <a16:creationId xmlns:a16="http://schemas.microsoft.com/office/drawing/2014/main" id="{F54137C0-A767-019B-9F99-55ACD3F68CBE}"/>
              </a:ext>
            </a:extLst>
          </p:cNvPr>
          <p:cNvSpPr txBox="1"/>
          <p:nvPr/>
        </p:nvSpPr>
        <p:spPr>
          <a:xfrm>
            <a:off x="528781" y="1288780"/>
            <a:ext cx="10935855" cy="1891287"/>
          </a:xfrm>
          <a:prstGeom prst="rect">
            <a:avLst/>
          </a:prstGeom>
          <a:noFill/>
        </p:spPr>
        <p:txBody>
          <a:bodyPr wrap="square">
            <a:spAutoFit/>
          </a:bodyPr>
          <a:lstStyle/>
          <a:p>
            <a:pPr algn="ctr">
              <a:lnSpc>
                <a:spcPct val="150000"/>
              </a:lnSpc>
            </a:pPr>
            <a:r>
              <a:rPr lang="fr-SN" sz="2000" dirty="0"/>
              <a:t>Le modèle statistique de régression linéaire est utilisé pour prédire les variables de résultat continues, tandis que la régression logistique prédit les variables de résultat catégorielles. La ligne de régression du modèle de régression linéaire est très sensible aux valeurs aberrantes. Ainsi, il ne sera pas approprié pour la régression logistique.</a:t>
            </a:r>
            <a:endParaRPr lang="fr-FR" sz="2000" dirty="0"/>
          </a:p>
        </p:txBody>
      </p:sp>
      <p:sp>
        <p:nvSpPr>
          <p:cNvPr id="9" name="ZoneTexte 8">
            <a:extLst>
              <a:ext uri="{FF2B5EF4-FFF2-40B4-BE49-F238E27FC236}">
                <a16:creationId xmlns:a16="http://schemas.microsoft.com/office/drawing/2014/main" id="{E0FE6676-BADC-259A-F212-1FCD19D6ED5B}"/>
              </a:ext>
            </a:extLst>
          </p:cNvPr>
          <p:cNvSpPr txBox="1"/>
          <p:nvPr/>
        </p:nvSpPr>
        <p:spPr>
          <a:xfrm>
            <a:off x="1687945" y="642449"/>
            <a:ext cx="7587673"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2400" b="1" dirty="0">
                <a:solidFill>
                  <a:srgbClr val="4472C4"/>
                </a:solidFill>
                <a:latin typeface="Agency FB" panose="020B0503020202020204" pitchFamily="34" charset="0"/>
              </a:rPr>
              <a:t>Différence</a:t>
            </a:r>
            <a:endParaRPr kumimoji="0" lang="fr-FR" sz="2400" b="1" i="0" u="none" strike="noStrike" kern="1200" cap="none" spc="0" normalizeH="0" baseline="0" noProof="0" dirty="0">
              <a:ln>
                <a:noFill/>
              </a:ln>
              <a:solidFill>
                <a:srgbClr val="4472C4"/>
              </a:solidFill>
              <a:effectLst/>
              <a:uLnTx/>
              <a:uFillTx/>
              <a:latin typeface="Agency FB" panose="020B0503020202020204" pitchFamily="34" charset="0"/>
              <a:ea typeface="+mn-ea"/>
              <a:cs typeface="+mn-cs"/>
            </a:endParaRPr>
          </a:p>
        </p:txBody>
      </p:sp>
      <p:pic>
        <p:nvPicPr>
          <p:cNvPr id="11" name="Image 10">
            <a:extLst>
              <a:ext uri="{FF2B5EF4-FFF2-40B4-BE49-F238E27FC236}">
                <a16:creationId xmlns:a16="http://schemas.microsoft.com/office/drawing/2014/main" id="{F6C7A498-0902-4BC9-C569-80C9F6504B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33650" y="4069036"/>
            <a:ext cx="1314518" cy="546128"/>
          </a:xfrm>
          <a:prstGeom prst="rect">
            <a:avLst/>
          </a:prstGeom>
        </p:spPr>
      </p:pic>
      <p:pic>
        <p:nvPicPr>
          <p:cNvPr id="13" name="Image 12">
            <a:extLst>
              <a:ext uri="{FF2B5EF4-FFF2-40B4-BE49-F238E27FC236}">
                <a16:creationId xmlns:a16="http://schemas.microsoft.com/office/drawing/2014/main" id="{832AF1F0-379D-5465-DD70-C4DE7F986E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55875" y="3514278"/>
            <a:ext cx="4846015" cy="3161486"/>
          </a:xfrm>
          <a:prstGeom prst="rect">
            <a:avLst/>
          </a:prstGeom>
        </p:spPr>
      </p:pic>
    </p:spTree>
    <p:extLst>
      <p:ext uri="{BB962C8B-B14F-4D97-AF65-F5344CB8AC3E}">
        <p14:creationId xmlns:p14="http://schemas.microsoft.com/office/powerpoint/2010/main" val="2003850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D52CFA91-EFCA-C66E-0359-8D6F0EAC6948}"/>
              </a:ext>
            </a:extLst>
          </p:cNvPr>
          <p:cNvSpPr txBox="1"/>
          <p:nvPr/>
        </p:nvSpPr>
        <p:spPr>
          <a:xfrm>
            <a:off x="0" y="6568681"/>
            <a:ext cx="4073237"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1" u="none" strike="noStrike" kern="1200" cap="none" spc="0" normalizeH="0" baseline="0" noProof="0" dirty="0">
                <a:ln>
                  <a:noFill/>
                </a:ln>
                <a:solidFill>
                  <a:prstClr val="black"/>
                </a:solidFill>
                <a:effectLst/>
                <a:uLnTx/>
                <a:uFillTx/>
                <a:latin typeface="Calibri" panose="020F0502020204030204"/>
                <a:ea typeface="+mn-ea"/>
                <a:cs typeface="+mn-cs"/>
              </a:rPr>
              <a:t>Data Mining</a:t>
            </a:r>
          </a:p>
        </p:txBody>
      </p:sp>
      <p:sp>
        <p:nvSpPr>
          <p:cNvPr id="5" name="ZoneTexte 4">
            <a:extLst>
              <a:ext uri="{FF2B5EF4-FFF2-40B4-BE49-F238E27FC236}">
                <a16:creationId xmlns:a16="http://schemas.microsoft.com/office/drawing/2014/main" id="{9BAFEC78-084B-D853-6300-85CAC171AB5A}"/>
              </a:ext>
            </a:extLst>
          </p:cNvPr>
          <p:cNvSpPr txBox="1"/>
          <p:nvPr/>
        </p:nvSpPr>
        <p:spPr>
          <a:xfrm>
            <a:off x="10737272" y="6596390"/>
            <a:ext cx="1454728"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1" u="none" strike="noStrike" kern="1200" cap="none" spc="0" normalizeH="0" baseline="0" noProof="0" dirty="0">
                <a:ln>
                  <a:noFill/>
                </a:ln>
                <a:solidFill>
                  <a:prstClr val="black"/>
                </a:solidFill>
                <a:effectLst/>
                <a:uLnTx/>
                <a:uFillTx/>
                <a:latin typeface="Calibri" panose="020F0502020204030204"/>
                <a:ea typeface="+mn-ea"/>
                <a:cs typeface="+mn-cs"/>
              </a:rPr>
              <a:t>Ahmeth Bachir DIOUF</a:t>
            </a:r>
          </a:p>
        </p:txBody>
      </p:sp>
      <p:sp>
        <p:nvSpPr>
          <p:cNvPr id="2" name="ZoneTexte 1">
            <a:extLst>
              <a:ext uri="{FF2B5EF4-FFF2-40B4-BE49-F238E27FC236}">
                <a16:creationId xmlns:a16="http://schemas.microsoft.com/office/drawing/2014/main" id="{3B97B921-29B6-1C36-548C-20FF8F33DCD9}"/>
              </a:ext>
            </a:extLst>
          </p:cNvPr>
          <p:cNvSpPr txBox="1"/>
          <p:nvPr/>
        </p:nvSpPr>
        <p:spPr>
          <a:xfrm>
            <a:off x="279400" y="27709"/>
            <a:ext cx="7587673"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3600" b="1" dirty="0">
                <a:solidFill>
                  <a:srgbClr val="4472C4"/>
                </a:solidFill>
                <a:latin typeface="Agency FB" panose="020B0503020202020204" pitchFamily="34" charset="0"/>
              </a:rPr>
              <a:t>Régression Logistique</a:t>
            </a:r>
            <a:endParaRPr kumimoji="0" lang="fr-FR" sz="3600" b="1" i="0" u="none" strike="noStrike" kern="1200" cap="none" spc="0" normalizeH="0" baseline="0" noProof="0" dirty="0">
              <a:ln>
                <a:noFill/>
              </a:ln>
              <a:solidFill>
                <a:srgbClr val="4472C4"/>
              </a:solidFill>
              <a:effectLst/>
              <a:uLnTx/>
              <a:uFillTx/>
              <a:latin typeface="Agency FB" panose="020B0503020202020204" pitchFamily="34" charset="0"/>
              <a:ea typeface="+mn-ea"/>
              <a:cs typeface="+mn-cs"/>
            </a:endParaRPr>
          </a:p>
        </p:txBody>
      </p:sp>
      <p:sp>
        <p:nvSpPr>
          <p:cNvPr id="7" name="ZoneTexte 6">
            <a:extLst>
              <a:ext uri="{FF2B5EF4-FFF2-40B4-BE49-F238E27FC236}">
                <a16:creationId xmlns:a16="http://schemas.microsoft.com/office/drawing/2014/main" id="{F54137C0-A767-019B-9F99-55ACD3F68CBE}"/>
              </a:ext>
            </a:extLst>
          </p:cNvPr>
          <p:cNvSpPr txBox="1"/>
          <p:nvPr/>
        </p:nvSpPr>
        <p:spPr>
          <a:xfrm>
            <a:off x="528781" y="2031772"/>
            <a:ext cx="10935855" cy="2352952"/>
          </a:xfrm>
          <a:prstGeom prst="rect">
            <a:avLst/>
          </a:prstGeom>
          <a:noFill/>
        </p:spPr>
        <p:txBody>
          <a:bodyPr wrap="square">
            <a:spAutoFit/>
          </a:bodyPr>
          <a:lstStyle/>
          <a:p>
            <a:pPr algn="ctr">
              <a:lnSpc>
                <a:spcPct val="150000"/>
              </a:lnSpc>
            </a:pPr>
            <a:r>
              <a:rPr lang="fr-SN" sz="2000" dirty="0"/>
              <a:t>Si nous transmettons une valeur de sortie à la fonction sigmoïde, elle renverra la probabilité du résultat entre 0 et 1. </a:t>
            </a:r>
          </a:p>
          <a:p>
            <a:pPr marL="342900" indent="-342900">
              <a:lnSpc>
                <a:spcPct val="150000"/>
              </a:lnSpc>
              <a:buFont typeface="Arial" panose="020B0604020202020204" pitchFamily="34" charset="0"/>
              <a:buChar char="•"/>
            </a:pPr>
            <a:r>
              <a:rPr lang="fr-SN" sz="2000" dirty="0"/>
              <a:t>Si la valeur est inférieure à 0,5, la sortie est renvoyée sous la forme Non/Échec/Décédé (exemple ci-dessus). </a:t>
            </a:r>
          </a:p>
          <a:p>
            <a:pPr marL="342900" indent="-342900">
              <a:lnSpc>
                <a:spcPct val="150000"/>
              </a:lnSpc>
              <a:buFont typeface="Arial" panose="020B0604020202020204" pitchFamily="34" charset="0"/>
              <a:buChar char="•"/>
            </a:pPr>
            <a:r>
              <a:rPr lang="fr-SN" sz="2000" dirty="0"/>
              <a:t>Si la valeur est supérieure à 0,5, la sortie est renvoyée sous la forme Yes/</a:t>
            </a:r>
            <a:r>
              <a:rPr lang="fr-SN" sz="2000" dirty="0" err="1"/>
              <a:t>Pass</a:t>
            </a:r>
            <a:r>
              <a:rPr lang="fr-SN" sz="2000" dirty="0"/>
              <a:t>/</a:t>
            </a:r>
            <a:r>
              <a:rPr lang="fr-SN" sz="2000" dirty="0" err="1"/>
              <a:t>Deceased</a:t>
            </a:r>
            <a:r>
              <a:rPr lang="fr-SN" sz="2000" dirty="0"/>
              <a:t>.</a:t>
            </a:r>
            <a:endParaRPr lang="fr-FR" sz="2000" dirty="0"/>
          </a:p>
        </p:txBody>
      </p:sp>
      <p:sp>
        <p:nvSpPr>
          <p:cNvPr id="9" name="ZoneTexte 8">
            <a:extLst>
              <a:ext uri="{FF2B5EF4-FFF2-40B4-BE49-F238E27FC236}">
                <a16:creationId xmlns:a16="http://schemas.microsoft.com/office/drawing/2014/main" id="{E0FE6676-BADC-259A-F212-1FCD19D6ED5B}"/>
              </a:ext>
            </a:extLst>
          </p:cNvPr>
          <p:cNvSpPr txBox="1"/>
          <p:nvPr/>
        </p:nvSpPr>
        <p:spPr>
          <a:xfrm>
            <a:off x="1660236" y="674040"/>
            <a:ext cx="7587673"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400" b="1" i="0" u="none" strike="noStrike" kern="1200" cap="none" spc="0" normalizeH="0" baseline="0" noProof="0" dirty="0">
                <a:ln>
                  <a:noFill/>
                </a:ln>
                <a:solidFill>
                  <a:srgbClr val="4472C4"/>
                </a:solidFill>
                <a:effectLst/>
                <a:uLnTx/>
                <a:uFillTx/>
                <a:latin typeface="Agency FB" panose="020B0503020202020204" pitchFamily="34" charset="0"/>
                <a:ea typeface="+mn-ea"/>
                <a:cs typeface="+mn-cs"/>
              </a:rPr>
              <a:t>Principe</a:t>
            </a:r>
          </a:p>
        </p:txBody>
      </p:sp>
    </p:spTree>
    <p:extLst>
      <p:ext uri="{BB962C8B-B14F-4D97-AF65-F5344CB8AC3E}">
        <p14:creationId xmlns:p14="http://schemas.microsoft.com/office/powerpoint/2010/main" val="5764866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D52CFA91-EFCA-C66E-0359-8D6F0EAC6948}"/>
              </a:ext>
            </a:extLst>
          </p:cNvPr>
          <p:cNvSpPr txBox="1"/>
          <p:nvPr/>
        </p:nvSpPr>
        <p:spPr>
          <a:xfrm>
            <a:off x="0" y="6568681"/>
            <a:ext cx="4073237"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1" u="none" strike="noStrike" kern="1200" cap="none" spc="0" normalizeH="0" baseline="0" noProof="0" dirty="0">
                <a:ln>
                  <a:noFill/>
                </a:ln>
                <a:solidFill>
                  <a:prstClr val="black"/>
                </a:solidFill>
                <a:effectLst/>
                <a:uLnTx/>
                <a:uFillTx/>
                <a:latin typeface="Calibri" panose="020F0502020204030204"/>
                <a:ea typeface="+mn-ea"/>
                <a:cs typeface="+mn-cs"/>
              </a:rPr>
              <a:t>Data Mining</a:t>
            </a:r>
          </a:p>
        </p:txBody>
      </p:sp>
      <p:sp>
        <p:nvSpPr>
          <p:cNvPr id="5" name="ZoneTexte 4">
            <a:extLst>
              <a:ext uri="{FF2B5EF4-FFF2-40B4-BE49-F238E27FC236}">
                <a16:creationId xmlns:a16="http://schemas.microsoft.com/office/drawing/2014/main" id="{9BAFEC78-084B-D853-6300-85CAC171AB5A}"/>
              </a:ext>
            </a:extLst>
          </p:cNvPr>
          <p:cNvSpPr txBox="1"/>
          <p:nvPr/>
        </p:nvSpPr>
        <p:spPr>
          <a:xfrm>
            <a:off x="10737272" y="6596390"/>
            <a:ext cx="1454728"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1" u="none" strike="noStrike" kern="1200" cap="none" spc="0" normalizeH="0" baseline="0" noProof="0" dirty="0">
                <a:ln>
                  <a:noFill/>
                </a:ln>
                <a:solidFill>
                  <a:prstClr val="black"/>
                </a:solidFill>
                <a:effectLst/>
                <a:uLnTx/>
                <a:uFillTx/>
                <a:latin typeface="Calibri" panose="020F0502020204030204"/>
                <a:ea typeface="+mn-ea"/>
                <a:cs typeface="+mn-cs"/>
              </a:rPr>
              <a:t>Ahmeth Bachir DIOUF</a:t>
            </a:r>
          </a:p>
        </p:txBody>
      </p:sp>
      <p:sp>
        <p:nvSpPr>
          <p:cNvPr id="2" name="ZoneTexte 1">
            <a:extLst>
              <a:ext uri="{FF2B5EF4-FFF2-40B4-BE49-F238E27FC236}">
                <a16:creationId xmlns:a16="http://schemas.microsoft.com/office/drawing/2014/main" id="{3B97B921-29B6-1C36-548C-20FF8F33DCD9}"/>
              </a:ext>
            </a:extLst>
          </p:cNvPr>
          <p:cNvSpPr txBox="1"/>
          <p:nvPr/>
        </p:nvSpPr>
        <p:spPr>
          <a:xfrm>
            <a:off x="279400" y="27709"/>
            <a:ext cx="7587673"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3600" b="1" dirty="0">
                <a:solidFill>
                  <a:srgbClr val="4472C4"/>
                </a:solidFill>
                <a:latin typeface="Agency FB" panose="020B0503020202020204" pitchFamily="34" charset="0"/>
              </a:rPr>
              <a:t>Régression Logistique</a:t>
            </a:r>
            <a:endParaRPr kumimoji="0" lang="fr-FR" sz="3600" b="1" i="0" u="none" strike="noStrike" kern="1200" cap="none" spc="0" normalizeH="0" baseline="0" noProof="0" dirty="0">
              <a:ln>
                <a:noFill/>
              </a:ln>
              <a:solidFill>
                <a:srgbClr val="4472C4"/>
              </a:solidFill>
              <a:effectLst/>
              <a:uLnTx/>
              <a:uFillTx/>
              <a:latin typeface="Agency FB" panose="020B0503020202020204" pitchFamily="34" charset="0"/>
              <a:ea typeface="+mn-ea"/>
              <a:cs typeface="+mn-cs"/>
            </a:endParaRPr>
          </a:p>
        </p:txBody>
      </p:sp>
      <p:sp>
        <p:nvSpPr>
          <p:cNvPr id="9" name="ZoneTexte 8">
            <a:extLst>
              <a:ext uri="{FF2B5EF4-FFF2-40B4-BE49-F238E27FC236}">
                <a16:creationId xmlns:a16="http://schemas.microsoft.com/office/drawing/2014/main" id="{E0FE6676-BADC-259A-F212-1FCD19D6ED5B}"/>
              </a:ext>
            </a:extLst>
          </p:cNvPr>
          <p:cNvSpPr txBox="1"/>
          <p:nvPr/>
        </p:nvSpPr>
        <p:spPr>
          <a:xfrm>
            <a:off x="1660236" y="674040"/>
            <a:ext cx="7587673"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2400" b="1" dirty="0">
                <a:solidFill>
                  <a:srgbClr val="4472C4"/>
                </a:solidFill>
                <a:latin typeface="Agency FB" panose="020B0503020202020204" pitchFamily="34" charset="0"/>
              </a:rPr>
              <a:t>Hypothèse</a:t>
            </a:r>
            <a:endParaRPr kumimoji="0" lang="fr-FR" sz="2400" b="1" i="0" u="none" strike="noStrike" kern="1200" cap="none" spc="0" normalizeH="0" baseline="0" noProof="0" dirty="0">
              <a:ln>
                <a:noFill/>
              </a:ln>
              <a:solidFill>
                <a:srgbClr val="4472C4"/>
              </a:solidFill>
              <a:effectLst/>
              <a:uLnTx/>
              <a:uFillTx/>
              <a:latin typeface="Agency FB" panose="020B0503020202020204" pitchFamily="34" charset="0"/>
              <a:ea typeface="+mn-ea"/>
              <a:cs typeface="+mn-cs"/>
            </a:endParaRPr>
          </a:p>
        </p:txBody>
      </p:sp>
      <p:sp>
        <p:nvSpPr>
          <p:cNvPr id="6" name="ZoneTexte 5">
            <a:extLst>
              <a:ext uri="{FF2B5EF4-FFF2-40B4-BE49-F238E27FC236}">
                <a16:creationId xmlns:a16="http://schemas.microsoft.com/office/drawing/2014/main" id="{9DDE1D63-1CC0-4E02-E923-61073E16081A}"/>
              </a:ext>
            </a:extLst>
          </p:cNvPr>
          <p:cNvSpPr txBox="1"/>
          <p:nvPr/>
        </p:nvSpPr>
        <p:spPr>
          <a:xfrm>
            <a:off x="1283853" y="1696789"/>
            <a:ext cx="8950037" cy="235295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fr-SN" sz="2000" dirty="0"/>
              <a:t>Les variables indépendantes montrent une relation linéaire avec le logarithme des variables de sortie.</a:t>
            </a:r>
          </a:p>
          <a:p>
            <a:pPr marL="285750" indent="-285750">
              <a:lnSpc>
                <a:spcPct val="150000"/>
              </a:lnSpc>
              <a:buFont typeface="Arial" panose="020B0604020202020204" pitchFamily="34" charset="0"/>
              <a:buChar char="•"/>
            </a:pPr>
            <a:r>
              <a:rPr lang="fr-SN" sz="2000" dirty="0"/>
              <a:t>Non-colinéarité entre variables indépendantes. Autrement dit, les variables indépendantes sont indépendantes les unes des autres.</a:t>
            </a:r>
          </a:p>
          <a:p>
            <a:pPr marL="285750" indent="-285750">
              <a:lnSpc>
                <a:spcPct val="150000"/>
              </a:lnSpc>
              <a:buFont typeface="Arial" panose="020B0604020202020204" pitchFamily="34" charset="0"/>
              <a:buChar char="•"/>
            </a:pPr>
            <a:r>
              <a:rPr lang="fr-SN" sz="2000" dirty="0"/>
              <a:t>La variable de sortie est binaire.</a:t>
            </a:r>
            <a:endParaRPr lang="fr-FR" sz="2000" dirty="0"/>
          </a:p>
        </p:txBody>
      </p:sp>
    </p:spTree>
    <p:extLst>
      <p:ext uri="{BB962C8B-B14F-4D97-AF65-F5344CB8AC3E}">
        <p14:creationId xmlns:p14="http://schemas.microsoft.com/office/powerpoint/2010/main" val="39051199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D52CFA91-EFCA-C66E-0359-8D6F0EAC6948}"/>
              </a:ext>
            </a:extLst>
          </p:cNvPr>
          <p:cNvSpPr txBox="1"/>
          <p:nvPr/>
        </p:nvSpPr>
        <p:spPr>
          <a:xfrm>
            <a:off x="0" y="6568681"/>
            <a:ext cx="4073237"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1" u="none" strike="noStrike" kern="1200" cap="none" spc="0" normalizeH="0" baseline="0" noProof="0" dirty="0">
                <a:ln>
                  <a:noFill/>
                </a:ln>
                <a:solidFill>
                  <a:prstClr val="black"/>
                </a:solidFill>
                <a:effectLst/>
                <a:uLnTx/>
                <a:uFillTx/>
                <a:latin typeface="Calibri" panose="020F0502020204030204"/>
                <a:ea typeface="+mn-ea"/>
                <a:cs typeface="+mn-cs"/>
              </a:rPr>
              <a:t>Data Mining</a:t>
            </a:r>
          </a:p>
        </p:txBody>
      </p:sp>
      <p:sp>
        <p:nvSpPr>
          <p:cNvPr id="5" name="ZoneTexte 4">
            <a:extLst>
              <a:ext uri="{FF2B5EF4-FFF2-40B4-BE49-F238E27FC236}">
                <a16:creationId xmlns:a16="http://schemas.microsoft.com/office/drawing/2014/main" id="{9BAFEC78-084B-D853-6300-85CAC171AB5A}"/>
              </a:ext>
            </a:extLst>
          </p:cNvPr>
          <p:cNvSpPr txBox="1"/>
          <p:nvPr/>
        </p:nvSpPr>
        <p:spPr>
          <a:xfrm>
            <a:off x="10737272" y="6596390"/>
            <a:ext cx="1454728"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1" u="none" strike="noStrike" kern="1200" cap="none" spc="0" normalizeH="0" baseline="0" noProof="0" dirty="0">
                <a:ln>
                  <a:noFill/>
                </a:ln>
                <a:solidFill>
                  <a:prstClr val="black"/>
                </a:solidFill>
                <a:effectLst/>
                <a:uLnTx/>
                <a:uFillTx/>
                <a:latin typeface="Calibri" panose="020F0502020204030204"/>
                <a:ea typeface="+mn-ea"/>
                <a:cs typeface="+mn-cs"/>
              </a:rPr>
              <a:t>Ahmeth Bachir DIOUF</a:t>
            </a:r>
          </a:p>
        </p:txBody>
      </p:sp>
      <p:sp>
        <p:nvSpPr>
          <p:cNvPr id="2" name="ZoneTexte 1">
            <a:extLst>
              <a:ext uri="{FF2B5EF4-FFF2-40B4-BE49-F238E27FC236}">
                <a16:creationId xmlns:a16="http://schemas.microsoft.com/office/drawing/2014/main" id="{3B97B921-29B6-1C36-548C-20FF8F33DCD9}"/>
              </a:ext>
            </a:extLst>
          </p:cNvPr>
          <p:cNvSpPr txBox="1"/>
          <p:nvPr/>
        </p:nvSpPr>
        <p:spPr>
          <a:xfrm>
            <a:off x="279400" y="27709"/>
            <a:ext cx="7587673"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3600" b="1" dirty="0">
                <a:solidFill>
                  <a:srgbClr val="4472C4"/>
                </a:solidFill>
                <a:latin typeface="Agency FB" panose="020B0503020202020204" pitchFamily="34" charset="0"/>
              </a:rPr>
              <a:t>Régression Logistique</a:t>
            </a:r>
            <a:endParaRPr kumimoji="0" lang="fr-FR" sz="3600" b="1" i="0" u="none" strike="noStrike" kern="1200" cap="none" spc="0" normalizeH="0" baseline="0" noProof="0" dirty="0">
              <a:ln>
                <a:noFill/>
              </a:ln>
              <a:solidFill>
                <a:srgbClr val="4472C4"/>
              </a:solidFill>
              <a:effectLst/>
              <a:uLnTx/>
              <a:uFillTx/>
              <a:latin typeface="Agency FB" panose="020B0503020202020204" pitchFamily="34" charset="0"/>
              <a:ea typeface="+mn-ea"/>
              <a:cs typeface="+mn-cs"/>
            </a:endParaRPr>
          </a:p>
        </p:txBody>
      </p:sp>
      <p:sp>
        <p:nvSpPr>
          <p:cNvPr id="9" name="ZoneTexte 8">
            <a:extLst>
              <a:ext uri="{FF2B5EF4-FFF2-40B4-BE49-F238E27FC236}">
                <a16:creationId xmlns:a16="http://schemas.microsoft.com/office/drawing/2014/main" id="{E0FE6676-BADC-259A-F212-1FCD19D6ED5B}"/>
              </a:ext>
            </a:extLst>
          </p:cNvPr>
          <p:cNvSpPr txBox="1"/>
          <p:nvPr/>
        </p:nvSpPr>
        <p:spPr>
          <a:xfrm>
            <a:off x="1660236" y="674040"/>
            <a:ext cx="7587673"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400" b="1" i="0" u="none" strike="noStrike" kern="1200" cap="none" spc="0" normalizeH="0" baseline="0" noProof="0" dirty="0">
                <a:ln>
                  <a:noFill/>
                </a:ln>
                <a:solidFill>
                  <a:srgbClr val="4472C4"/>
                </a:solidFill>
                <a:effectLst/>
                <a:uLnTx/>
                <a:uFillTx/>
                <a:latin typeface="Agency FB" panose="020B0503020202020204" pitchFamily="34" charset="0"/>
                <a:ea typeface="+mn-ea"/>
                <a:cs typeface="+mn-cs"/>
              </a:rPr>
              <a:t>Pratique</a:t>
            </a:r>
          </a:p>
        </p:txBody>
      </p:sp>
      <p:sp>
        <p:nvSpPr>
          <p:cNvPr id="6" name="ZoneTexte 5">
            <a:extLst>
              <a:ext uri="{FF2B5EF4-FFF2-40B4-BE49-F238E27FC236}">
                <a16:creationId xmlns:a16="http://schemas.microsoft.com/office/drawing/2014/main" id="{9DDE1D63-1CC0-4E02-E923-61073E16081A}"/>
              </a:ext>
            </a:extLst>
          </p:cNvPr>
          <p:cNvSpPr txBox="1"/>
          <p:nvPr/>
        </p:nvSpPr>
        <p:spPr>
          <a:xfrm>
            <a:off x="1283853" y="1696789"/>
            <a:ext cx="8950037" cy="506292"/>
          </a:xfrm>
          <a:prstGeom prst="rect">
            <a:avLst/>
          </a:prstGeom>
          <a:noFill/>
        </p:spPr>
        <p:txBody>
          <a:bodyPr wrap="square">
            <a:spAutoFit/>
          </a:bodyPr>
          <a:lstStyle/>
          <a:p>
            <a:pPr>
              <a:lnSpc>
                <a:spcPct val="150000"/>
              </a:lnSpc>
            </a:pPr>
            <a:r>
              <a:rPr lang="fr-FR" sz="2000" dirty="0"/>
              <a:t>Utilisation des données de </a:t>
            </a:r>
            <a:r>
              <a:rPr lang="fr-FR" sz="2000" dirty="0" err="1"/>
              <a:t>titanic</a:t>
            </a:r>
            <a:endParaRPr lang="fr-FR" sz="2000" dirty="0"/>
          </a:p>
        </p:txBody>
      </p:sp>
    </p:spTree>
    <p:extLst>
      <p:ext uri="{BB962C8B-B14F-4D97-AF65-F5344CB8AC3E}">
        <p14:creationId xmlns:p14="http://schemas.microsoft.com/office/powerpoint/2010/main" val="38385086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13087</TotalTime>
  <Words>400</Words>
  <Application>Microsoft Office PowerPoint</Application>
  <PresentationFormat>Grand écran</PresentationFormat>
  <Paragraphs>74</Paragraphs>
  <Slides>15</Slides>
  <Notes>1</Notes>
  <HiddenSlides>0</HiddenSlides>
  <MMClips>0</MMClips>
  <ScaleCrop>false</ScaleCrop>
  <HeadingPairs>
    <vt:vector size="6" baseType="variant">
      <vt:variant>
        <vt:lpstr>Polices utilisées</vt:lpstr>
      </vt:variant>
      <vt:variant>
        <vt:i4>6</vt:i4>
      </vt:variant>
      <vt:variant>
        <vt:lpstr>Thème</vt:lpstr>
      </vt:variant>
      <vt:variant>
        <vt:i4>2</vt:i4>
      </vt:variant>
      <vt:variant>
        <vt:lpstr>Titres des diapositives</vt:lpstr>
      </vt:variant>
      <vt:variant>
        <vt:i4>15</vt:i4>
      </vt:variant>
    </vt:vector>
  </HeadingPairs>
  <TitlesOfParts>
    <vt:vector size="23" baseType="lpstr">
      <vt:lpstr>Agency FB</vt:lpstr>
      <vt:lpstr>Arial</vt:lpstr>
      <vt:lpstr>Arial Black</vt:lpstr>
      <vt:lpstr>Calibri</vt:lpstr>
      <vt:lpstr>Calibri Light</vt:lpstr>
      <vt:lpstr>Times New Roman</vt:lpstr>
      <vt:lpstr>Office Theme</vt:lpstr>
      <vt:lpstr>1_Office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Abdul Rehman</dc:creator>
  <cp:lastModifiedBy>Djibo Salou Abdourahmane</cp:lastModifiedBy>
  <cp:revision>96</cp:revision>
  <dcterms:created xsi:type="dcterms:W3CDTF">2020-12-01T15:15:22Z</dcterms:created>
  <dcterms:modified xsi:type="dcterms:W3CDTF">2025-03-15T22:18:52Z</dcterms:modified>
</cp:coreProperties>
</file>